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3F1"/>
              </a:gs>
              <a:gs pos="100000">
                <a:srgbClr val="F7D2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457200" y="952500"/>
            <a:ext cx="190500" cy="1905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595100" y="1333500"/>
            <a:ext cx="152400" cy="1524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498600" y="5575300"/>
            <a:ext cx="165100" cy="1651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1239500" y="5346700"/>
            <a:ext cx="203200" cy="2032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279400" y="34798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4-Point Star 7"/>
          <p:cNvSpPr/>
          <p:nvPr/>
        </p:nvSpPr>
        <p:spPr>
          <a:xfrm>
            <a:off x="11874500" y="3556000"/>
            <a:ext cx="114300" cy="1143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2768600" y="4699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9575800" y="584200"/>
            <a:ext cx="139700" cy="1397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6172200" y="203200"/>
            <a:ext cx="101600" cy="1016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4-Point Star 11"/>
          <p:cNvSpPr/>
          <p:nvPr/>
        </p:nvSpPr>
        <p:spPr>
          <a:xfrm>
            <a:off x="4406900" y="61087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8242300" y="6172200"/>
            <a:ext cx="114300" cy="1143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609600" y="838200"/>
            <a:ext cx="7366000" cy="5029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609600" y="838200"/>
            <a:ext cx="7366000" cy="355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09600" y="1079500"/>
            <a:ext cx="7366000" cy="1143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09600" y="1193800"/>
            <a:ext cx="7366000" cy="12700"/>
          </a:xfrm>
          <a:prstGeom prst="rect">
            <a:avLst/>
          </a:prstGeom>
          <a:solidFill>
            <a:srgbClr val="E36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62000" y="838200"/>
            <a:ext cx="5969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Tahoma"/>
              </a:rPr>
              <a:t>portfolio_2026.exe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137400" y="9271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7378700" y="9271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620000" y="9271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181850" y="1054100"/>
            <a:ext cx="889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423150" y="971550"/>
            <a:ext cx="88900" cy="889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 rot="2700000">
            <a:off x="7658100" y="10033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 rot="18900000">
            <a:off x="7658100" y="10033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16000" y="14224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120">
                <a:solidFill>
                  <a:srgbClr val="E36BA6"/>
                </a:solidFill>
                <a:latin typeface="Courier New"/>
              </a:rPr>
              <a:t>C:\&gt; 2026 PORTFOLIO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90600" y="1714500"/>
            <a:ext cx="6604000" cy="12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2B2340"/>
                </a:solidFill>
                <a:latin typeface="Arial Black"/>
              </a:rPr>
              <a:t>ZAHRA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0600" y="2794000"/>
            <a:ext cx="6604000" cy="12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6FB5"/>
                </a:solidFill>
                <a:latin typeface="Arial Black"/>
              </a:rPr>
              <a:t>LEVINA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016000" y="4076700"/>
            <a:ext cx="2667000" cy="31750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03300" y="4267200"/>
            <a:ext cx="660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creative · content · marketing · visual communication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003300" y="4876800"/>
            <a:ext cx="1240536" cy="304800"/>
          </a:xfrm>
          <a:prstGeom prst="roundRect">
            <a:avLst>
              <a:gd name="adj" fmla="val 50000"/>
            </a:avLst>
          </a:prstGeom>
          <a:solidFill>
            <a:srgbClr val="FFDCEE"/>
          </a:solidFill>
          <a:ln w="1587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03300" y="4876800"/>
            <a:ext cx="1240536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WhatsApp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345436" y="4876800"/>
            <a:ext cx="899160" cy="304800"/>
          </a:xfrm>
          <a:prstGeom prst="roundRect">
            <a:avLst>
              <a:gd name="adj" fmla="val 50000"/>
            </a:avLst>
          </a:prstGeom>
          <a:solidFill>
            <a:srgbClr val="FFDCEE"/>
          </a:solidFill>
          <a:ln w="1587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345436" y="4876800"/>
            <a:ext cx="89916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Email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346196" y="4876800"/>
            <a:ext cx="1240536" cy="304800"/>
          </a:xfrm>
          <a:prstGeom prst="roundRect">
            <a:avLst>
              <a:gd name="adj" fmla="val 50000"/>
            </a:avLst>
          </a:prstGeom>
          <a:solidFill>
            <a:srgbClr val="FFDCEE"/>
          </a:solidFill>
          <a:ln w="1587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346196" y="4876800"/>
            <a:ext cx="1240536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LinkedIn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16000" y="5270500"/>
            <a:ext cx="660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486"/>
                </a:solidFill>
                <a:latin typeface="Courier New"/>
              </a:rPr>
              <a:t>+62 8xx-xxxx-xxxx  ·  hello@email.com  ·  linkedin.com/in/username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016000" y="5600700"/>
            <a:ext cx="6553200" cy="2159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3DE"/>
              </a:gs>
              <a:gs pos="100000">
                <a:srgbClr val="9BD4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16000" y="5600700"/>
            <a:ext cx="65532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2B2340"/>
                </a:solidFill>
                <a:latin typeface="Tahoma"/>
              </a:rPr>
              <a:t>welcome 2 my portfolio  ·  content · design · events  ·  est. 2026</a:t>
            </a:r>
          </a:p>
        </p:txBody>
      </p:sp>
      <p:sp>
        <p:nvSpPr>
          <p:cNvPr id="160" name="Rounded Rectangle 159"/>
          <p:cNvSpPr/>
          <p:nvPr/>
        </p:nvSpPr>
        <p:spPr>
          <a:xfrm rot="21360000">
            <a:off x="8559800" y="1358900"/>
            <a:ext cx="2984500" cy="368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 rot="21360000">
            <a:off x="8750300" y="1587500"/>
            <a:ext cx="2603500" cy="2616200"/>
          </a:xfrm>
          <a:prstGeom prst="roundRect">
            <a:avLst>
              <a:gd name="adj" fmla="val 5000"/>
            </a:avLst>
          </a:prstGeom>
          <a:solidFill>
            <a:srgbClr val="FFF1F8"/>
          </a:solidFill>
          <a:ln w="22225">
            <a:solidFill>
              <a:srgbClr val="B49C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4-Point Star 161"/>
          <p:cNvSpPr/>
          <p:nvPr/>
        </p:nvSpPr>
        <p:spPr>
          <a:xfrm rot="21360000">
            <a:off x="9944100" y="2489200"/>
            <a:ext cx="215900" cy="215900"/>
          </a:xfrm>
          <a:prstGeom prst="star4">
            <a:avLst/>
          </a:prstGeom>
          <a:solidFill>
            <a:srgbClr val="B4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851900" y="2781300"/>
            <a:ext cx="24003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50" b="1">
                <a:solidFill>
                  <a:srgbClr val="6E6486"/>
                </a:solidFill>
                <a:latin typeface="Tahoma"/>
              </a:rPr>
              <a:t>drop your portrait here
(410 × 412)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750300" y="4381500"/>
            <a:ext cx="26035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2B2340"/>
                </a:solidFill>
                <a:latin typeface="Tahoma"/>
              </a:rPr>
              <a:t>me.jpg</a:t>
            </a:r>
          </a:p>
        </p:txBody>
      </p:sp>
      <p:sp>
        <p:nvSpPr>
          <p:cNvPr id="165" name="Oval 164"/>
          <p:cNvSpPr/>
          <p:nvPr/>
        </p:nvSpPr>
        <p:spPr>
          <a:xfrm>
            <a:off x="8216900" y="1117600"/>
            <a:ext cx="584200" cy="5842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Heart 165"/>
          <p:cNvSpPr/>
          <p:nvPr/>
        </p:nvSpPr>
        <p:spPr>
          <a:xfrm rot="20880000">
            <a:off x="8362950" y="1263650"/>
            <a:ext cx="292100" cy="292100"/>
          </a:xfrm>
          <a:prstGeom prst="hear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379200" y="4470400"/>
            <a:ext cx="495300" cy="4953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5-Point Star 167"/>
          <p:cNvSpPr/>
          <p:nvPr/>
        </p:nvSpPr>
        <p:spPr>
          <a:xfrm rot="600000">
            <a:off x="11503025" y="4594225"/>
            <a:ext cx="247650" cy="247650"/>
          </a:xfrm>
          <a:prstGeom prst="star5">
            <a:avLst/>
          </a:prstGeom>
          <a:solidFill>
            <a:srgbClr val="B4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924800" y="4838700"/>
            <a:ext cx="444500" cy="4445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6F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Sun 169"/>
          <p:cNvSpPr/>
          <p:nvPr/>
        </p:nvSpPr>
        <p:spPr>
          <a:xfrm>
            <a:off x="8035925" y="4949825"/>
            <a:ext cx="222250" cy="222250"/>
          </a:xfrm>
          <a:prstGeom prst="sun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0" y="64516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114300" y="6515100"/>
            <a:ext cx="952500" cy="279400"/>
          </a:xfrm>
          <a:prstGeom prst="roundRect">
            <a:avLst>
              <a:gd name="adj" fmla="val 35000"/>
            </a:avLst>
          </a:prstGeom>
          <a:gradFill rotWithShape="1">
            <a:gsLst>
              <a:gs pos="0">
                <a:srgbClr val="FFFFFF"/>
              </a:gs>
              <a:gs pos="100000">
                <a:srgbClr val="FFDCEE"/>
              </a:gs>
            </a:gsLst>
            <a:lin scaled="0" ang="16200000"/>
          </a:gra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Isosceles Triangle 173"/>
          <p:cNvSpPr/>
          <p:nvPr/>
        </p:nvSpPr>
        <p:spPr>
          <a:xfrm rot="5400000">
            <a:off x="241300" y="6597650"/>
            <a:ext cx="114300" cy="114300"/>
          </a:xfrm>
          <a:prstGeom prst="triangle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19100" y="6515100"/>
            <a:ext cx="571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start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181100" y="6515100"/>
            <a:ext cx="2540000" cy="279400"/>
          </a:xfrm>
          <a:prstGeom prst="roundRect">
            <a:avLst>
              <a:gd name="adj" fmla="val 30000"/>
            </a:avLst>
          </a:prstGeom>
          <a:solidFill>
            <a:srgbClr val="FFF1F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1244600" y="65151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portfolio_2026.exe</a:t>
            </a:r>
          </a:p>
        </p:txBody>
      </p:sp>
      <p:sp>
        <p:nvSpPr>
          <p:cNvPr id="178" name="Heart 177"/>
          <p:cNvSpPr/>
          <p:nvPr/>
        </p:nvSpPr>
        <p:spPr>
          <a:xfrm>
            <a:off x="9626600" y="6591300"/>
            <a:ext cx="152400" cy="1397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5-Point Star 178"/>
          <p:cNvSpPr/>
          <p:nvPr/>
        </p:nvSpPr>
        <p:spPr>
          <a:xfrm>
            <a:off x="9867900" y="6578600"/>
            <a:ext cx="165100" cy="1651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4-Point Star 179"/>
          <p:cNvSpPr/>
          <p:nvPr/>
        </p:nvSpPr>
        <p:spPr>
          <a:xfrm>
            <a:off x="10121900" y="6591300"/>
            <a:ext cx="139700" cy="1397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10172700" y="6515100"/>
            <a:ext cx="1905000" cy="279400"/>
          </a:xfrm>
          <a:prstGeom prst="roundRect">
            <a:avLst>
              <a:gd name="adj" fmla="val 30000"/>
            </a:avLst>
          </a:prstGeom>
          <a:solidFill>
            <a:srgbClr val="FFF1F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0236200" y="6515100"/>
            <a:ext cx="177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01/10  ·  10:30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3F1"/>
              </a:gs>
              <a:gs pos="100000">
                <a:srgbClr val="F7D2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457200" y="952500"/>
            <a:ext cx="190500" cy="1905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595100" y="1333500"/>
            <a:ext cx="152400" cy="1524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498600" y="5575300"/>
            <a:ext cx="165100" cy="1651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1239500" y="5346700"/>
            <a:ext cx="203200" cy="2032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279400" y="34798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4-Point Star 7"/>
          <p:cNvSpPr/>
          <p:nvPr/>
        </p:nvSpPr>
        <p:spPr>
          <a:xfrm>
            <a:off x="11874500" y="3556000"/>
            <a:ext cx="114300" cy="1143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2768600" y="4699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9575800" y="584200"/>
            <a:ext cx="139700" cy="1397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6172200" y="203200"/>
            <a:ext cx="101600" cy="1016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4-Point Star 11"/>
          <p:cNvSpPr/>
          <p:nvPr/>
        </p:nvSpPr>
        <p:spPr>
          <a:xfrm>
            <a:off x="4406900" y="61087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8242300" y="6172200"/>
            <a:ext cx="114300" cy="1143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685800"/>
            <a:ext cx="10972800" cy="533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685800"/>
            <a:ext cx="10972800" cy="355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927100"/>
            <a:ext cx="10972800" cy="1143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1041400"/>
            <a:ext cx="10972800" cy="12700"/>
          </a:xfrm>
          <a:prstGeom prst="rect">
            <a:avLst/>
          </a:prstGeom>
          <a:solidFill>
            <a:srgbClr val="E36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685800"/>
            <a:ext cx="957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Tahoma"/>
              </a:rPr>
              <a:t>about_zahra.txt  —  Notepad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442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855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268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88650" y="901700"/>
            <a:ext cx="889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29950" y="819150"/>
            <a:ext cx="88900" cy="889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189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1400" y="1270000"/>
            <a:ext cx="3302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spc="120">
                <a:solidFill>
                  <a:srgbClr val="E36BA6"/>
                </a:solidFill>
                <a:latin typeface="Courier New"/>
              </a:rPr>
              <a:t>file · edit · format · 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6000" y="1549400"/>
            <a:ext cx="7493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2B2340"/>
                </a:solidFill>
                <a:latin typeface="Arial Black"/>
              </a:rPr>
              <a:t>HI, I'M ZAHRA.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1400" y="2425700"/>
            <a:ext cx="1905000" cy="3175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8700" y="2667000"/>
            <a:ext cx="7366000" cy="330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1800"/>
              </a:spcAft>
            </a:pPr>
            <a:r>
              <a:rPr sz="1550">
                <a:solidFill>
                  <a:srgbClr val="2B2340"/>
                </a:solidFill>
                <a:latin typeface="Verdana"/>
              </a:rPr>
              <a:t>I'm a creative and marketing enthusiast with experience in content creation, social media, graphic design, event management, and brand partnerships.</a:t>
            </a:r>
          </a:p>
          <a:p>
            <a:pPr>
              <a:lnSpc>
                <a:spcPct val="140000"/>
              </a:lnSpc>
              <a:spcAft>
                <a:spcPts val="1800"/>
              </a:spcAft>
            </a:pPr>
            <a:r>
              <a:rPr sz="1550">
                <a:solidFill>
                  <a:srgbClr val="2B2340"/>
                </a:solidFill>
                <a:latin typeface="Verdana"/>
              </a:rPr>
              <a:t>With a background in agricultural community development, I've had the opportunity to work across different environments—from student organizations and research projects to building a wellness community through Sawala Space.</a:t>
            </a:r>
          </a:p>
          <a:p>
            <a:pPr>
              <a:lnSpc>
                <a:spcPct val="140000"/>
              </a:lnSpc>
              <a:spcAft>
                <a:spcPts val="1800"/>
              </a:spcAft>
            </a:pPr>
            <a:r>
              <a:rPr sz="1550">
                <a:solidFill>
                  <a:srgbClr val="2B2340"/>
                </a:solidFill>
                <a:latin typeface="Verdana"/>
              </a:rPr>
              <a:t>I enjoy turning ideas into clear, engaging, and purposeful creative work.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59800" y="1473200"/>
            <a:ext cx="2667000" cy="3365500"/>
          </a:xfrm>
          <a:prstGeom prst="roundRect">
            <a:avLst>
              <a:gd name="adj" fmla="val 5000"/>
            </a:avLst>
          </a:prstGeom>
          <a:solidFill>
            <a:srgbClr val="FFF1F8"/>
          </a:solidFill>
          <a:ln w="254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59800" y="1473200"/>
            <a:ext cx="2667000" cy="25400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61400" y="1473200"/>
            <a:ext cx="24638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Tahoma"/>
              </a:rPr>
              <a:t>webcam.exe</a:t>
            </a:r>
          </a:p>
        </p:txBody>
      </p:sp>
      <p:sp>
        <p:nvSpPr>
          <p:cNvPr id="33" name="Oval 32"/>
          <p:cNvSpPr/>
          <p:nvPr/>
        </p:nvSpPr>
        <p:spPr>
          <a:xfrm>
            <a:off x="10960100" y="1568450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724900" y="1879600"/>
            <a:ext cx="2336800" cy="2413000"/>
          </a:xfrm>
          <a:prstGeom prst="roundRect">
            <a:avLst>
              <a:gd name="adj" fmla="val 5000"/>
            </a:avLst>
          </a:prstGeom>
          <a:solidFill>
            <a:srgbClr val="FFF1F8"/>
          </a:solidFill>
          <a:ln w="22225">
            <a:solidFill>
              <a:srgbClr val="B49C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4-Point Star 34"/>
          <p:cNvSpPr/>
          <p:nvPr/>
        </p:nvSpPr>
        <p:spPr>
          <a:xfrm>
            <a:off x="9785350" y="2679700"/>
            <a:ext cx="215900" cy="215900"/>
          </a:xfrm>
          <a:prstGeom prst="star4">
            <a:avLst/>
          </a:prstGeom>
          <a:solidFill>
            <a:srgbClr val="B4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26500" y="2971800"/>
            <a:ext cx="21336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50" b="1">
                <a:solidFill>
                  <a:srgbClr val="6E6486"/>
                </a:solidFill>
                <a:latin typeface="Tahoma"/>
              </a:rPr>
              <a:t>drop a photo here
(368 × 380)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24900" y="4406900"/>
            <a:ext cx="2336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6E6486"/>
                </a:solidFill>
                <a:latin typeface="Tahoma"/>
              </a:rPr>
              <a:t>say hi</a:t>
            </a:r>
          </a:p>
        </p:txBody>
      </p:sp>
      <p:sp>
        <p:nvSpPr>
          <p:cNvPr id="38" name="Oval 37"/>
          <p:cNvSpPr/>
          <p:nvPr/>
        </p:nvSpPr>
        <p:spPr>
          <a:xfrm>
            <a:off x="8280400" y="4419600"/>
            <a:ext cx="482600" cy="4826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5-Point Star 38"/>
          <p:cNvSpPr/>
          <p:nvPr/>
        </p:nvSpPr>
        <p:spPr>
          <a:xfrm rot="21000000">
            <a:off x="8401050" y="4540250"/>
            <a:ext cx="241300" cy="241300"/>
          </a:xfrm>
          <a:prstGeom prst="star5">
            <a:avLst/>
          </a:prstGeom>
          <a:solidFill>
            <a:srgbClr val="B4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516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14300" y="6515100"/>
            <a:ext cx="952500" cy="279400"/>
          </a:xfrm>
          <a:prstGeom prst="roundRect">
            <a:avLst>
              <a:gd name="adj" fmla="val 35000"/>
            </a:avLst>
          </a:prstGeom>
          <a:gradFill rotWithShape="1">
            <a:gsLst>
              <a:gs pos="0">
                <a:srgbClr val="FFFFFF"/>
              </a:gs>
              <a:gs pos="100000">
                <a:srgbClr val="FFDCEE"/>
              </a:gs>
            </a:gsLst>
            <a:lin scaled="0" ang="16200000"/>
          </a:gra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sosceles Triangle 42"/>
          <p:cNvSpPr/>
          <p:nvPr/>
        </p:nvSpPr>
        <p:spPr>
          <a:xfrm rot="5400000">
            <a:off x="241300" y="6597650"/>
            <a:ext cx="114300" cy="114300"/>
          </a:xfrm>
          <a:prstGeom prst="triangle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9100" y="6515100"/>
            <a:ext cx="571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start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81100" y="6515100"/>
            <a:ext cx="2540000" cy="279400"/>
          </a:xfrm>
          <a:prstGeom prst="roundRect">
            <a:avLst>
              <a:gd name="adj" fmla="val 30000"/>
            </a:avLst>
          </a:prstGeom>
          <a:solidFill>
            <a:srgbClr val="FFF1F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44600" y="65151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about_zahra.txt</a:t>
            </a:r>
          </a:p>
        </p:txBody>
      </p:sp>
      <p:sp>
        <p:nvSpPr>
          <p:cNvPr id="47" name="Heart 46"/>
          <p:cNvSpPr/>
          <p:nvPr/>
        </p:nvSpPr>
        <p:spPr>
          <a:xfrm>
            <a:off x="9626600" y="6591300"/>
            <a:ext cx="152400" cy="1397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5-Point Star 47"/>
          <p:cNvSpPr/>
          <p:nvPr/>
        </p:nvSpPr>
        <p:spPr>
          <a:xfrm>
            <a:off x="9867900" y="6578600"/>
            <a:ext cx="165100" cy="1651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4-Point Star 48"/>
          <p:cNvSpPr/>
          <p:nvPr/>
        </p:nvSpPr>
        <p:spPr>
          <a:xfrm>
            <a:off x="10121900" y="6591300"/>
            <a:ext cx="139700" cy="1397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172700" y="6515100"/>
            <a:ext cx="1905000" cy="279400"/>
          </a:xfrm>
          <a:prstGeom prst="roundRect">
            <a:avLst>
              <a:gd name="adj" fmla="val 30000"/>
            </a:avLst>
          </a:prstGeom>
          <a:solidFill>
            <a:srgbClr val="FFF1F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36200" y="6515100"/>
            <a:ext cx="177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02/10  ·  10:30 PM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4F6BE"/>
              </a:gs>
              <a:gs pos="100000">
                <a:srgbClr val="9BD4F5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457200" y="952500"/>
            <a:ext cx="190500" cy="1905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595100" y="1333500"/>
            <a:ext cx="152400" cy="1524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498600" y="5575300"/>
            <a:ext cx="165100" cy="1651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1239500" y="5346700"/>
            <a:ext cx="203200" cy="2032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279400" y="34798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4-Point Star 7"/>
          <p:cNvSpPr/>
          <p:nvPr/>
        </p:nvSpPr>
        <p:spPr>
          <a:xfrm>
            <a:off x="11874500" y="35560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2768600" y="4699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9575800" y="584200"/>
            <a:ext cx="139700" cy="1397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6172200" y="203200"/>
            <a:ext cx="101600" cy="1016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4-Point Star 11"/>
          <p:cNvSpPr/>
          <p:nvPr/>
        </p:nvSpPr>
        <p:spPr>
          <a:xfrm>
            <a:off x="4406900" y="61087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8242300" y="61722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685800"/>
            <a:ext cx="10972800" cy="533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685800"/>
            <a:ext cx="10972800" cy="355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927100"/>
            <a:ext cx="10972800" cy="114300"/>
          </a:xfrm>
          <a:prstGeom prst="rect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1041400"/>
            <a:ext cx="10972800" cy="12700"/>
          </a:xfrm>
          <a:prstGeom prst="rect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685800"/>
            <a:ext cx="957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Tahoma"/>
              </a:rPr>
              <a:t>control_panel  —  what i 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442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855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268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88650" y="901700"/>
            <a:ext cx="889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29950" y="819150"/>
            <a:ext cx="88900" cy="889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189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1400" y="12573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120">
                <a:solidFill>
                  <a:srgbClr val="2F7CBF"/>
                </a:solidFill>
                <a:latin typeface="Courier New"/>
              </a:rPr>
              <a:t>select a category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6000" y="1511300"/>
            <a:ext cx="7620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2B2340"/>
                </a:solidFill>
                <a:latin typeface="Arial Black"/>
              </a:rPr>
              <a:t>WHAT I 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8700" y="2311400"/>
            <a:ext cx="5029200" cy="1663700"/>
          </a:xfrm>
          <a:prstGeom prst="roundRect">
            <a:avLst>
              <a:gd name="adj" fmla="val 8000"/>
            </a:avLst>
          </a:prstGeom>
          <a:solidFill>
            <a:srgbClr val="EFF8FF"/>
          </a:solidFill>
          <a:ln w="2222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257300" y="2616200"/>
            <a:ext cx="558800" cy="558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4-Point Star 29"/>
          <p:cNvSpPr/>
          <p:nvPr/>
        </p:nvSpPr>
        <p:spPr>
          <a:xfrm>
            <a:off x="1397000" y="2755900"/>
            <a:ext cx="279400" cy="2794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93900" y="2616200"/>
            <a:ext cx="3759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B2340"/>
                </a:solidFill>
                <a:latin typeface="Arial Black"/>
              </a:rPr>
              <a:t>Content &amp; Social Media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6600" y="3276600"/>
            <a:ext cx="3733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b="0">
                <a:solidFill>
                  <a:srgbClr val="6E6486"/>
                </a:solidFill>
                <a:latin typeface="Verdana"/>
              </a:rPr>
              <a:t>Content creation · social media · copywriting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1800" y="24257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5FB8E8"/>
                </a:solidFill>
                <a:latin typeface="Courier New"/>
              </a:rPr>
              <a:t>01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7300" y="2311400"/>
            <a:ext cx="5029200" cy="1663700"/>
          </a:xfrm>
          <a:prstGeom prst="roundRect">
            <a:avLst>
              <a:gd name="adj" fmla="val 8000"/>
            </a:avLst>
          </a:prstGeom>
          <a:solidFill>
            <a:srgbClr val="EFF8FF"/>
          </a:solidFill>
          <a:ln w="2222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65900" y="2616200"/>
            <a:ext cx="558800" cy="558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705600" y="2755900"/>
            <a:ext cx="279400" cy="279400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02500" y="2616200"/>
            <a:ext cx="3759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B2340"/>
                </a:solidFill>
                <a:latin typeface="Arial Black"/>
              </a:rPr>
              <a:t>Creative &amp; Visual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276600"/>
            <a:ext cx="3733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b="0">
                <a:solidFill>
                  <a:srgbClr val="6E6486"/>
                </a:solidFill>
                <a:latin typeface="Verdana"/>
              </a:rPr>
              <a:t>Graphic design · visual communication · campaign materials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400" y="24257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5FB8E8"/>
                </a:solidFill>
                <a:latin typeface="Courier New"/>
              </a:rPr>
              <a:t>02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8700" y="4178300"/>
            <a:ext cx="5029200" cy="1663700"/>
          </a:xfrm>
          <a:prstGeom prst="roundRect">
            <a:avLst>
              <a:gd name="adj" fmla="val 8000"/>
            </a:avLst>
          </a:prstGeom>
          <a:solidFill>
            <a:srgbClr val="EFF8FF"/>
          </a:solidFill>
          <a:ln w="2222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257300" y="4483100"/>
            <a:ext cx="558800" cy="558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5-Point Star 41"/>
          <p:cNvSpPr/>
          <p:nvPr/>
        </p:nvSpPr>
        <p:spPr>
          <a:xfrm>
            <a:off x="1397000" y="4622800"/>
            <a:ext cx="279400" cy="2794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93900" y="4483100"/>
            <a:ext cx="3759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B2340"/>
                </a:solidFill>
                <a:latin typeface="Arial Black"/>
              </a:rPr>
              <a:t>Marketing &amp; Events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06600" y="5143500"/>
            <a:ext cx="3733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b="0">
                <a:solidFill>
                  <a:srgbClr val="6E6486"/>
                </a:solidFill>
                <a:latin typeface="Verdana"/>
              </a:rPr>
              <a:t>Campaign development · event management · brand partnerships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11800" y="42926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5FB8E8"/>
                </a:solidFill>
                <a:latin typeface="Courier New"/>
              </a:rPr>
              <a:t>03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37300" y="4178300"/>
            <a:ext cx="5029200" cy="1663700"/>
          </a:xfrm>
          <a:prstGeom prst="roundRect">
            <a:avLst>
              <a:gd name="adj" fmla="val 8000"/>
            </a:avLst>
          </a:prstGeom>
          <a:solidFill>
            <a:srgbClr val="EFF8FF"/>
          </a:solidFill>
          <a:ln w="2222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565900" y="4483100"/>
            <a:ext cx="558800" cy="558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eart 47"/>
          <p:cNvSpPr/>
          <p:nvPr/>
        </p:nvSpPr>
        <p:spPr>
          <a:xfrm>
            <a:off x="6705600" y="4622800"/>
            <a:ext cx="279400" cy="2794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02500" y="4483100"/>
            <a:ext cx="3759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B2340"/>
                </a:solidFill>
                <a:latin typeface="Arial Black"/>
              </a:rPr>
              <a:t>Communication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143500"/>
            <a:ext cx="3733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b="0">
                <a:solidFill>
                  <a:srgbClr val="6E6486"/>
                </a:solidFill>
                <a:latin typeface="Verdana"/>
              </a:rPr>
              <a:t>Community engagement · collaboration · project coordination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20400" y="42926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5FB8E8"/>
                </a:solidFill>
                <a:latin typeface="Courier New"/>
              </a:rPr>
              <a:t>04</a:t>
            </a:r>
          </a:p>
        </p:txBody>
      </p:sp>
      <p:sp>
        <p:nvSpPr>
          <p:cNvPr id="52" name="Oval 51"/>
          <p:cNvSpPr/>
          <p:nvPr/>
        </p:nvSpPr>
        <p:spPr>
          <a:xfrm>
            <a:off x="11353800" y="939800"/>
            <a:ext cx="533400" cy="5334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4-Point Star 52"/>
          <p:cNvSpPr/>
          <p:nvPr/>
        </p:nvSpPr>
        <p:spPr>
          <a:xfrm>
            <a:off x="11487150" y="1073150"/>
            <a:ext cx="266700" cy="2667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4516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14300" y="6515100"/>
            <a:ext cx="952500" cy="279400"/>
          </a:xfrm>
          <a:prstGeom prst="roundRect">
            <a:avLst>
              <a:gd name="adj" fmla="val 35000"/>
            </a:avLst>
          </a:prstGeom>
          <a:gradFill rotWithShape="1">
            <a:gsLst>
              <a:gs pos="0">
                <a:srgbClr val="FFFFFF"/>
              </a:gs>
              <a:gs pos="100000">
                <a:srgbClr val="DCEFFB"/>
              </a:gs>
            </a:gsLst>
            <a:lin scaled="0" ang="16200000"/>
          </a:gra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Isosceles Triangle 56"/>
          <p:cNvSpPr/>
          <p:nvPr/>
        </p:nvSpPr>
        <p:spPr>
          <a:xfrm rot="5400000">
            <a:off x="241300" y="6597650"/>
            <a:ext cx="114300" cy="114300"/>
          </a:xfrm>
          <a:prstGeom prst="triangle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9100" y="6515100"/>
            <a:ext cx="571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start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81100" y="6515100"/>
            <a:ext cx="2540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44600" y="65151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control_panel</a:t>
            </a:r>
          </a:p>
        </p:txBody>
      </p:sp>
      <p:sp>
        <p:nvSpPr>
          <p:cNvPr id="61" name="Heart 60"/>
          <p:cNvSpPr/>
          <p:nvPr/>
        </p:nvSpPr>
        <p:spPr>
          <a:xfrm>
            <a:off x="9626600" y="6591300"/>
            <a:ext cx="152400" cy="1397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5-Point Star 61"/>
          <p:cNvSpPr/>
          <p:nvPr/>
        </p:nvSpPr>
        <p:spPr>
          <a:xfrm>
            <a:off x="9867900" y="6578600"/>
            <a:ext cx="165100" cy="1651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4-Point Star 62"/>
          <p:cNvSpPr/>
          <p:nvPr/>
        </p:nvSpPr>
        <p:spPr>
          <a:xfrm>
            <a:off x="10121900" y="6591300"/>
            <a:ext cx="139700" cy="1397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0172700" y="6515100"/>
            <a:ext cx="1905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36200" y="6515100"/>
            <a:ext cx="177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03/10  ·  10:30 PM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4F6BE"/>
              </a:gs>
              <a:gs pos="100000">
                <a:srgbClr val="9BD4F5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457200" y="952500"/>
            <a:ext cx="190500" cy="1905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595100" y="1333500"/>
            <a:ext cx="152400" cy="1524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498600" y="5575300"/>
            <a:ext cx="165100" cy="1651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1239500" y="5346700"/>
            <a:ext cx="203200" cy="2032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279400" y="34798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4-Point Star 7"/>
          <p:cNvSpPr/>
          <p:nvPr/>
        </p:nvSpPr>
        <p:spPr>
          <a:xfrm>
            <a:off x="11874500" y="35560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2768600" y="4699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9575800" y="584200"/>
            <a:ext cx="139700" cy="1397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6172200" y="203200"/>
            <a:ext cx="101600" cy="1016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4-Point Star 11"/>
          <p:cNvSpPr/>
          <p:nvPr/>
        </p:nvSpPr>
        <p:spPr>
          <a:xfrm>
            <a:off x="4406900" y="61087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8242300" y="61722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685800"/>
            <a:ext cx="10972800" cy="533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685800"/>
            <a:ext cx="10972800" cy="355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927100"/>
            <a:ext cx="10972800" cy="114300"/>
          </a:xfrm>
          <a:prstGeom prst="rect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1041400"/>
            <a:ext cx="10972800" cy="12700"/>
          </a:xfrm>
          <a:prstGeom prst="rect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685800"/>
            <a:ext cx="957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Tahoma"/>
              </a:rPr>
              <a:t>C:\ zahra \ experience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442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855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268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88650" y="901700"/>
            <a:ext cx="889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29950" y="819150"/>
            <a:ext cx="88900" cy="889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189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600" y="1054100"/>
            <a:ext cx="2540000" cy="4965700"/>
          </a:xfrm>
          <a:prstGeom prst="rect">
            <a:avLst/>
          </a:prstGeom>
          <a:solidFill>
            <a:srgbClr val="D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49600" y="1054100"/>
            <a:ext cx="12700" cy="4965700"/>
          </a:xfrm>
          <a:prstGeom prst="rect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500" y="1282700"/>
            <a:ext cx="2159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spc="120">
                <a:solidFill>
                  <a:srgbClr val="2F7CBF"/>
                </a:solidFill>
                <a:latin typeface="Courier New"/>
              </a:rPr>
              <a:t>quick links</a:t>
            </a:r>
          </a:p>
        </p:txBody>
      </p:sp>
      <p:sp>
        <p:nvSpPr>
          <p:cNvPr id="29" name="Isosceles Triangle 28"/>
          <p:cNvSpPr/>
          <p:nvPr/>
        </p:nvSpPr>
        <p:spPr>
          <a:xfrm rot="5400000">
            <a:off x="850900" y="1695450"/>
            <a:ext cx="88900" cy="88900"/>
          </a:xfrm>
          <a:prstGeom prst="triangle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6000" y="1600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2B2340"/>
                </a:solidFill>
                <a:latin typeface="Tahoma"/>
              </a:rPr>
              <a:t>all folders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850900" y="2025650"/>
            <a:ext cx="88900" cy="88900"/>
          </a:xfrm>
          <a:prstGeom prst="triangle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000" y="1930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2B2340"/>
                </a:solidFill>
                <a:latin typeface="Tahoma"/>
              </a:rPr>
              <a:t>by year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850900" y="2355850"/>
            <a:ext cx="88900" cy="88900"/>
          </a:xfrm>
          <a:prstGeom prst="triangle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6000" y="2260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2B2340"/>
                </a:solidFill>
                <a:latin typeface="Tahoma"/>
              </a:rPr>
              <a:t>by role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850900" y="2686050"/>
            <a:ext cx="88900" cy="88900"/>
          </a:xfrm>
          <a:prstGeom prst="triangle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6000" y="25908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2B2340"/>
                </a:solidFill>
                <a:latin typeface="Tahoma"/>
              </a:rPr>
              <a:t>creative work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850900" y="3016250"/>
            <a:ext cx="88900" cy="88900"/>
          </a:xfrm>
          <a:prstGeom prst="triangle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6000" y="29210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2B2340"/>
                </a:solidFill>
                <a:latin typeface="Tahoma"/>
              </a:rPr>
              <a:t>organizations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" y="3657600"/>
            <a:ext cx="2159000" cy="1333500"/>
          </a:xfrm>
          <a:prstGeom prst="roundRect">
            <a:avLst>
              <a:gd name="adj" fmla="val 8000"/>
            </a:avLst>
          </a:prstGeom>
          <a:solidFill>
            <a:srgbClr val="FFFDF0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5200" y="3848100"/>
            <a:ext cx="18415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E6486"/>
                </a:solidFill>
                <a:latin typeface="Tahoma"/>
              </a:rPr>
              <a:t>note to self
5 folders
last modified 2026</a:t>
            </a:r>
          </a:p>
        </p:txBody>
      </p:sp>
      <p:sp>
        <p:nvSpPr>
          <p:cNvPr id="41" name="4-Point Star 40"/>
          <p:cNvSpPr/>
          <p:nvPr/>
        </p:nvSpPr>
        <p:spPr>
          <a:xfrm>
            <a:off x="2641600" y="3784600"/>
            <a:ext cx="165100" cy="1651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9800" y="1282700"/>
            <a:ext cx="7620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B2340"/>
                </a:solidFill>
                <a:latin typeface="Arial Black"/>
              </a:rPr>
              <a:t>WHERE I'VE BEEN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16300" y="2019300"/>
            <a:ext cx="7899400" cy="647700"/>
          </a:xfrm>
          <a:prstGeom prst="roundRect">
            <a:avLst>
              <a:gd name="adj" fmla="val 14000"/>
            </a:avLst>
          </a:prstGeom>
          <a:solidFill>
            <a:srgbClr val="EFF8FF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olded Corner 43"/>
          <p:cNvSpPr/>
          <p:nvPr/>
        </p:nvSpPr>
        <p:spPr>
          <a:xfrm>
            <a:off x="3619500" y="2171700"/>
            <a:ext cx="457200" cy="355600"/>
          </a:xfrm>
          <a:prstGeom prst="foldedCorner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7200" y="2108200"/>
            <a:ext cx="6223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2B2340"/>
                </a:solidFill>
                <a:latin typeface="Arial Black"/>
              </a:rPr>
              <a:t>Sawala Space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9900" y="2400300"/>
            <a:ext cx="6223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6E6486"/>
                </a:solidFill>
                <a:latin typeface="Verdana"/>
              </a:rPr>
              <a:t>Co-Founder · Creative &amp; Marketing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10833100" y="2286000"/>
            <a:ext cx="114300" cy="114300"/>
          </a:xfrm>
          <a:prstGeom prst="triangle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16300" y="2781300"/>
            <a:ext cx="7899400" cy="6477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olded Corner 48"/>
          <p:cNvSpPr/>
          <p:nvPr/>
        </p:nvSpPr>
        <p:spPr>
          <a:xfrm>
            <a:off x="3619500" y="2933700"/>
            <a:ext cx="457200" cy="355600"/>
          </a:xfrm>
          <a:prstGeom prst="foldedCorner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67200" y="2870200"/>
            <a:ext cx="6223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2B2340"/>
                </a:solidFill>
                <a:latin typeface="Arial Black"/>
              </a:rPr>
              <a:t>Kementerian Pertanian RI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9900" y="3162300"/>
            <a:ext cx="6223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6E6486"/>
                </a:solidFill>
                <a:latin typeface="Verdana"/>
              </a:rPr>
              <a:t>Intern · Administration &amp; Partnership Support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10833100" y="3048000"/>
            <a:ext cx="114300" cy="114300"/>
          </a:xfrm>
          <a:prstGeom prst="triangle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416300" y="3543300"/>
            <a:ext cx="7899400" cy="647700"/>
          </a:xfrm>
          <a:prstGeom prst="roundRect">
            <a:avLst>
              <a:gd name="adj" fmla="val 14000"/>
            </a:avLst>
          </a:prstGeom>
          <a:solidFill>
            <a:srgbClr val="EFF8FF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olded Corner 53"/>
          <p:cNvSpPr/>
          <p:nvPr/>
        </p:nvSpPr>
        <p:spPr>
          <a:xfrm>
            <a:off x="3619500" y="3695700"/>
            <a:ext cx="457200" cy="355600"/>
          </a:xfrm>
          <a:prstGeom prst="foldedCorner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67200" y="3632200"/>
            <a:ext cx="6223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2B2340"/>
                </a:solidFill>
                <a:latin typeface="Arial Black"/>
              </a:rPr>
              <a:t>IPB University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79900" y="3924300"/>
            <a:ext cx="6223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6E6486"/>
                </a:solidFill>
                <a:latin typeface="Verdana"/>
              </a:rPr>
              <a:t>Research Assistant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10833100" y="3810000"/>
            <a:ext cx="114300" cy="114300"/>
          </a:xfrm>
          <a:prstGeom prst="triangle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416300" y="4305300"/>
            <a:ext cx="7899400" cy="6477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olded Corner 58"/>
          <p:cNvSpPr/>
          <p:nvPr/>
        </p:nvSpPr>
        <p:spPr>
          <a:xfrm>
            <a:off x="3619500" y="4457700"/>
            <a:ext cx="457200" cy="355600"/>
          </a:xfrm>
          <a:prstGeom prst="foldedCorner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67200" y="4394200"/>
            <a:ext cx="6223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2B2340"/>
                </a:solidFill>
                <a:latin typeface="Arial Black"/>
              </a:rPr>
              <a:t>Nabila Farm Lembang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79900" y="4686300"/>
            <a:ext cx="6223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6E6486"/>
                </a:solidFill>
                <a:latin typeface="Verdana"/>
              </a:rPr>
              <a:t>Intern · Agriculture &amp; Content Creation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10833100" y="4572000"/>
            <a:ext cx="114300" cy="114300"/>
          </a:xfrm>
          <a:prstGeom prst="triangle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416300" y="5067300"/>
            <a:ext cx="7899400" cy="647700"/>
          </a:xfrm>
          <a:prstGeom prst="roundRect">
            <a:avLst>
              <a:gd name="adj" fmla="val 14000"/>
            </a:avLst>
          </a:prstGeom>
          <a:solidFill>
            <a:srgbClr val="EFF8FF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olded Corner 63"/>
          <p:cNvSpPr/>
          <p:nvPr/>
        </p:nvSpPr>
        <p:spPr>
          <a:xfrm>
            <a:off x="3619500" y="5219700"/>
            <a:ext cx="457200" cy="355600"/>
          </a:xfrm>
          <a:prstGeom prst="foldedCorner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67200" y="5156200"/>
            <a:ext cx="6223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2B2340"/>
                </a:solidFill>
                <a:latin typeface="Arial Black"/>
              </a:rPr>
              <a:t>Himpunan Mahasiswa PPP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79900" y="5448300"/>
            <a:ext cx="6223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6E6486"/>
                </a:solidFill>
                <a:latin typeface="Verdana"/>
              </a:rPr>
              <a:t>Head of Media &amp; Branding</a:t>
            </a:r>
          </a:p>
        </p:txBody>
      </p:sp>
      <p:sp>
        <p:nvSpPr>
          <p:cNvPr id="67" name="Isosceles Triangle 66"/>
          <p:cNvSpPr/>
          <p:nvPr/>
        </p:nvSpPr>
        <p:spPr>
          <a:xfrm rot="5400000">
            <a:off x="10833100" y="5334000"/>
            <a:ext cx="114300" cy="114300"/>
          </a:xfrm>
          <a:prstGeom prst="triangle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64516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14300" y="6515100"/>
            <a:ext cx="952500" cy="279400"/>
          </a:xfrm>
          <a:prstGeom prst="roundRect">
            <a:avLst>
              <a:gd name="adj" fmla="val 35000"/>
            </a:avLst>
          </a:prstGeom>
          <a:gradFill rotWithShape="1">
            <a:gsLst>
              <a:gs pos="0">
                <a:srgbClr val="FFFFFF"/>
              </a:gs>
              <a:gs pos="100000">
                <a:srgbClr val="DCEFFB"/>
              </a:gs>
            </a:gsLst>
            <a:lin scaled="0" ang="16200000"/>
          </a:gra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 rot="5400000">
            <a:off x="241300" y="6597650"/>
            <a:ext cx="114300" cy="114300"/>
          </a:xfrm>
          <a:prstGeom prst="triangle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9100" y="6515100"/>
            <a:ext cx="571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start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81100" y="6515100"/>
            <a:ext cx="2540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44600" y="65151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experience</a:t>
            </a:r>
          </a:p>
        </p:txBody>
      </p:sp>
      <p:sp>
        <p:nvSpPr>
          <p:cNvPr id="75" name="Heart 74"/>
          <p:cNvSpPr/>
          <p:nvPr/>
        </p:nvSpPr>
        <p:spPr>
          <a:xfrm>
            <a:off x="9626600" y="6591300"/>
            <a:ext cx="152400" cy="1397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5-Point Star 75"/>
          <p:cNvSpPr/>
          <p:nvPr/>
        </p:nvSpPr>
        <p:spPr>
          <a:xfrm>
            <a:off x="9867900" y="6578600"/>
            <a:ext cx="165100" cy="1651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4-Point Star 76"/>
          <p:cNvSpPr/>
          <p:nvPr/>
        </p:nvSpPr>
        <p:spPr>
          <a:xfrm>
            <a:off x="10121900" y="6591300"/>
            <a:ext cx="139700" cy="1397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10172700" y="6515100"/>
            <a:ext cx="1905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36200" y="6515100"/>
            <a:ext cx="177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04/10  ·  10:30 PM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3F1"/>
              </a:gs>
              <a:gs pos="100000">
                <a:srgbClr val="F7D2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457200" y="952500"/>
            <a:ext cx="190500" cy="1905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595100" y="1333500"/>
            <a:ext cx="152400" cy="1524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498600" y="5575300"/>
            <a:ext cx="165100" cy="1651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1239500" y="5346700"/>
            <a:ext cx="203200" cy="2032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279400" y="34798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4-Point Star 7"/>
          <p:cNvSpPr/>
          <p:nvPr/>
        </p:nvSpPr>
        <p:spPr>
          <a:xfrm>
            <a:off x="11874500" y="3556000"/>
            <a:ext cx="114300" cy="1143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2768600" y="4699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9575800" y="584200"/>
            <a:ext cx="139700" cy="1397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6172200" y="203200"/>
            <a:ext cx="101600" cy="1016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4-Point Star 11"/>
          <p:cNvSpPr/>
          <p:nvPr/>
        </p:nvSpPr>
        <p:spPr>
          <a:xfrm>
            <a:off x="4406900" y="61087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8242300" y="6172200"/>
            <a:ext cx="114300" cy="1143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685800"/>
            <a:ext cx="10972800" cy="533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685800"/>
            <a:ext cx="10972800" cy="355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927100"/>
            <a:ext cx="10972800" cy="1143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1041400"/>
            <a:ext cx="10972800" cy="12700"/>
          </a:xfrm>
          <a:prstGeom prst="rect">
            <a:avLst/>
          </a:prstGeom>
          <a:solidFill>
            <a:srgbClr val="E36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685800"/>
            <a:ext cx="957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Tahoma"/>
              </a:rPr>
              <a:t>sawalaspace.com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442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855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268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88650" y="901700"/>
            <a:ext cx="889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29950" y="819150"/>
            <a:ext cx="88900" cy="889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189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100" y="1181100"/>
            <a:ext cx="10591800" cy="317500"/>
          </a:xfrm>
          <a:prstGeom prst="roundRect">
            <a:avLst>
              <a:gd name="adj" fmla="val 50000"/>
            </a:avLst>
          </a:prstGeom>
          <a:solidFill>
            <a:srgbClr val="FFF1F8"/>
          </a:solidFill>
          <a:ln w="1587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300" y="1181100"/>
            <a:ext cx="1016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E6486"/>
                </a:solidFill>
                <a:latin typeface="Tahoma"/>
              </a:rPr>
              <a:t>https://www.sawalaspace.com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6000" y="1663700"/>
            <a:ext cx="6985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6FB5"/>
                </a:solidFill>
                <a:latin typeface="Arial Black"/>
              </a:rPr>
              <a:t>SAWALA SPACE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" y="2552700"/>
            <a:ext cx="698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2B2340"/>
                </a:solidFill>
                <a:latin typeface="Tahoma"/>
              </a:rPr>
              <a:t>Wellness Community &amp; Event Organizer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1400" y="3022600"/>
            <a:ext cx="1778000" cy="31750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" y="3187700"/>
            <a:ext cx="6604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>
                <a:solidFill>
                  <a:srgbClr val="2B2340"/>
                </a:solidFill>
                <a:latin typeface="Verdana"/>
              </a:rPr>
              <a:t>As a co-founder, I contribute to the creative and marketing side of Sawala Space, from developing event concepts and promotional content to managing brand partnerships and supporting event execution.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" y="48641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spc="120">
                <a:solidFill>
                  <a:srgbClr val="E36BA6"/>
                </a:solidFill>
                <a:latin typeface="Courier New"/>
              </a:rPr>
              <a:t>MY ROLE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8700" y="5105400"/>
            <a:ext cx="1076960" cy="279400"/>
          </a:xfrm>
          <a:prstGeom prst="roundRect">
            <a:avLst>
              <a:gd name="adj" fmla="val 50000"/>
            </a:avLst>
          </a:prstGeom>
          <a:solidFill>
            <a:srgbClr val="FFDCEE"/>
          </a:solidFill>
          <a:ln w="1587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700" y="5105400"/>
            <a:ext cx="107696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Content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81860" y="5105400"/>
            <a:ext cx="1610360" cy="279400"/>
          </a:xfrm>
          <a:prstGeom prst="roundRect">
            <a:avLst>
              <a:gd name="adj" fmla="val 50000"/>
            </a:avLst>
          </a:prstGeom>
          <a:solidFill>
            <a:srgbClr val="FFDCEE"/>
          </a:solidFill>
          <a:ln w="1587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81860" y="5105400"/>
            <a:ext cx="161036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Social Media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68420" y="5105400"/>
            <a:ext cx="1183640" cy="279400"/>
          </a:xfrm>
          <a:prstGeom prst="roundRect">
            <a:avLst>
              <a:gd name="adj" fmla="val 50000"/>
            </a:avLst>
          </a:prstGeom>
          <a:solidFill>
            <a:srgbClr val="FFDCEE"/>
          </a:solidFill>
          <a:ln w="1587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68420" y="5105400"/>
            <a:ext cx="118364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Campaign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8700" y="5448300"/>
            <a:ext cx="863600" cy="279400"/>
          </a:xfrm>
          <a:prstGeom prst="roundRect">
            <a:avLst>
              <a:gd name="adj" fmla="val 50000"/>
            </a:avLst>
          </a:prstGeom>
          <a:solidFill>
            <a:srgbClr val="FFDCEE"/>
          </a:solidFill>
          <a:ln w="1587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700" y="5448300"/>
            <a:ext cx="8636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Event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68500" y="5448300"/>
            <a:ext cx="1503680" cy="279400"/>
          </a:xfrm>
          <a:prstGeom prst="roundRect">
            <a:avLst>
              <a:gd name="adj" fmla="val 50000"/>
            </a:avLst>
          </a:prstGeom>
          <a:solidFill>
            <a:srgbClr val="FFDCEE"/>
          </a:solidFill>
          <a:ln w="1587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8500" y="5448300"/>
            <a:ext cx="150368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Partnership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48380" y="5448300"/>
            <a:ext cx="1183640" cy="279400"/>
          </a:xfrm>
          <a:prstGeom prst="roundRect">
            <a:avLst>
              <a:gd name="adj" fmla="val 50000"/>
            </a:avLst>
          </a:prstGeom>
          <a:solidFill>
            <a:srgbClr val="FFDCEE"/>
          </a:solidFill>
          <a:ln w="1587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8380" y="5448300"/>
            <a:ext cx="118364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Branding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02600" y="1714500"/>
            <a:ext cx="2984500" cy="1905000"/>
          </a:xfrm>
          <a:prstGeom prst="roundRect">
            <a:avLst>
              <a:gd name="adj" fmla="val 5000"/>
            </a:avLst>
          </a:prstGeom>
          <a:solidFill>
            <a:srgbClr val="FFF1F8"/>
          </a:solidFill>
          <a:ln w="22225">
            <a:solidFill>
              <a:srgbClr val="B49C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4-Point Star 45"/>
          <p:cNvSpPr/>
          <p:nvPr/>
        </p:nvSpPr>
        <p:spPr>
          <a:xfrm>
            <a:off x="9486900" y="2260600"/>
            <a:ext cx="215900" cy="215900"/>
          </a:xfrm>
          <a:prstGeom prst="star4">
            <a:avLst/>
          </a:prstGeom>
          <a:solidFill>
            <a:srgbClr val="B4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04200" y="2552700"/>
            <a:ext cx="27813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50" b="1">
                <a:solidFill>
                  <a:srgbClr val="6E6486"/>
                </a:solidFill>
                <a:latin typeface="Tahoma"/>
              </a:rPr>
              <a:t>Sawala Space visual
(470 × 300)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02600" y="3746500"/>
            <a:ext cx="1428750" cy="1498600"/>
          </a:xfrm>
          <a:prstGeom prst="roundRect">
            <a:avLst>
              <a:gd name="adj" fmla="val 5000"/>
            </a:avLst>
          </a:prstGeom>
          <a:solidFill>
            <a:srgbClr val="FFF1F8"/>
          </a:solidFill>
          <a:ln w="22225">
            <a:solidFill>
              <a:srgbClr val="B49C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4-Point Star 48"/>
          <p:cNvSpPr/>
          <p:nvPr/>
        </p:nvSpPr>
        <p:spPr>
          <a:xfrm>
            <a:off x="8709025" y="4089400"/>
            <a:ext cx="215900" cy="215900"/>
          </a:xfrm>
          <a:prstGeom prst="star4">
            <a:avLst/>
          </a:prstGeom>
          <a:solidFill>
            <a:srgbClr val="B4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04200" y="4381500"/>
            <a:ext cx="12255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50" b="1">
                <a:solidFill>
                  <a:srgbClr val="6E6486"/>
                </a:solidFill>
                <a:latin typeface="Tahoma"/>
              </a:rPr>
              <a:t>event photo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58350" y="3746500"/>
            <a:ext cx="1428750" cy="1498600"/>
          </a:xfrm>
          <a:prstGeom prst="roundRect">
            <a:avLst>
              <a:gd name="adj" fmla="val 5000"/>
            </a:avLst>
          </a:prstGeom>
          <a:solidFill>
            <a:srgbClr val="FFF1F8"/>
          </a:solidFill>
          <a:ln w="22225">
            <a:solidFill>
              <a:srgbClr val="B49C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4-Point Star 51"/>
          <p:cNvSpPr/>
          <p:nvPr/>
        </p:nvSpPr>
        <p:spPr>
          <a:xfrm>
            <a:off x="10264775" y="4089400"/>
            <a:ext cx="215900" cy="215900"/>
          </a:xfrm>
          <a:prstGeom prst="star4">
            <a:avLst/>
          </a:prstGeom>
          <a:solidFill>
            <a:srgbClr val="B4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59950" y="4381500"/>
            <a:ext cx="122555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50" b="1">
                <a:solidFill>
                  <a:srgbClr val="6E6486"/>
                </a:solidFill>
                <a:latin typeface="Tahoma"/>
              </a:rPr>
              <a:t>community</a:t>
            </a:r>
          </a:p>
        </p:txBody>
      </p:sp>
      <p:sp>
        <p:nvSpPr>
          <p:cNvPr id="54" name="Oval 53"/>
          <p:cNvSpPr/>
          <p:nvPr/>
        </p:nvSpPr>
        <p:spPr>
          <a:xfrm>
            <a:off x="7759700" y="1473200"/>
            <a:ext cx="508000" cy="5080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Heart 54"/>
          <p:cNvSpPr/>
          <p:nvPr/>
        </p:nvSpPr>
        <p:spPr>
          <a:xfrm rot="21000000">
            <a:off x="7886700" y="1600200"/>
            <a:ext cx="254000" cy="254000"/>
          </a:xfrm>
          <a:prstGeom prst="hear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0" y="64516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14300" y="6515100"/>
            <a:ext cx="952500" cy="279400"/>
          </a:xfrm>
          <a:prstGeom prst="roundRect">
            <a:avLst>
              <a:gd name="adj" fmla="val 35000"/>
            </a:avLst>
          </a:prstGeom>
          <a:gradFill rotWithShape="1">
            <a:gsLst>
              <a:gs pos="0">
                <a:srgbClr val="FFFFFF"/>
              </a:gs>
              <a:gs pos="100000">
                <a:srgbClr val="FFDCEE"/>
              </a:gs>
            </a:gsLst>
            <a:lin scaled="0" ang="16200000"/>
          </a:gra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Isosceles Triangle 58"/>
          <p:cNvSpPr/>
          <p:nvPr/>
        </p:nvSpPr>
        <p:spPr>
          <a:xfrm rot="5400000">
            <a:off x="241300" y="6597650"/>
            <a:ext cx="114300" cy="114300"/>
          </a:xfrm>
          <a:prstGeom prst="triangle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9100" y="6515100"/>
            <a:ext cx="571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start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81100" y="6515100"/>
            <a:ext cx="2540000" cy="279400"/>
          </a:xfrm>
          <a:prstGeom prst="roundRect">
            <a:avLst>
              <a:gd name="adj" fmla="val 30000"/>
            </a:avLst>
          </a:prstGeom>
          <a:solidFill>
            <a:srgbClr val="FFF1F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44600" y="65151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sawalaspace.com</a:t>
            </a:r>
          </a:p>
        </p:txBody>
      </p:sp>
      <p:sp>
        <p:nvSpPr>
          <p:cNvPr id="63" name="Heart 62"/>
          <p:cNvSpPr/>
          <p:nvPr/>
        </p:nvSpPr>
        <p:spPr>
          <a:xfrm>
            <a:off x="9626600" y="6591300"/>
            <a:ext cx="152400" cy="1397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5-Point Star 63"/>
          <p:cNvSpPr/>
          <p:nvPr/>
        </p:nvSpPr>
        <p:spPr>
          <a:xfrm>
            <a:off x="9867900" y="6578600"/>
            <a:ext cx="165100" cy="1651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4-Point Star 64"/>
          <p:cNvSpPr/>
          <p:nvPr/>
        </p:nvSpPr>
        <p:spPr>
          <a:xfrm>
            <a:off x="10121900" y="6591300"/>
            <a:ext cx="139700" cy="1397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0172700" y="6515100"/>
            <a:ext cx="1905000" cy="279400"/>
          </a:xfrm>
          <a:prstGeom prst="roundRect">
            <a:avLst>
              <a:gd name="adj" fmla="val 30000"/>
            </a:avLst>
          </a:prstGeom>
          <a:solidFill>
            <a:srgbClr val="FFF1F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36200" y="6515100"/>
            <a:ext cx="177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05/10  ·  10:30 PM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4F6BE"/>
              </a:gs>
              <a:gs pos="100000">
                <a:srgbClr val="9BD4F5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457200" y="952500"/>
            <a:ext cx="190500" cy="1905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595100" y="1333500"/>
            <a:ext cx="152400" cy="1524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498600" y="5575300"/>
            <a:ext cx="165100" cy="1651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1239500" y="5346700"/>
            <a:ext cx="203200" cy="2032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279400" y="34798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4-Point Star 7"/>
          <p:cNvSpPr/>
          <p:nvPr/>
        </p:nvSpPr>
        <p:spPr>
          <a:xfrm>
            <a:off x="11874500" y="35560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2768600" y="4699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9575800" y="584200"/>
            <a:ext cx="139700" cy="1397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6172200" y="203200"/>
            <a:ext cx="101600" cy="1016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4-Point Star 11"/>
          <p:cNvSpPr/>
          <p:nvPr/>
        </p:nvSpPr>
        <p:spPr>
          <a:xfrm>
            <a:off x="4406900" y="61087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8242300" y="61722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685800"/>
            <a:ext cx="10972800" cy="533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685800"/>
            <a:ext cx="10972800" cy="355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927100"/>
            <a:ext cx="10972800" cy="114300"/>
          </a:xfrm>
          <a:prstGeom prst="rect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1041400"/>
            <a:ext cx="10972800" cy="12700"/>
          </a:xfrm>
          <a:prstGeom prst="rect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685800"/>
            <a:ext cx="957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Tahoma"/>
              </a:rPr>
              <a:t>my_creative_works  —  Gallery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442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855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268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88650" y="901700"/>
            <a:ext cx="889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29950" y="819150"/>
            <a:ext cx="88900" cy="889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189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6000" y="1257300"/>
            <a:ext cx="965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B2340"/>
                </a:solidFill>
                <a:latin typeface="Arial Black"/>
              </a:rPr>
              <a:t>SELECTED CREATIVE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" y="18034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6E6486"/>
                </a:solidFill>
                <a:latin typeface="Verdana"/>
              </a:rPr>
              <a:t>A selection of social media content, event materials, promotional visuals, and other creative work I've developed across different projects.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2578100"/>
            <a:ext cx="10972800" cy="419100"/>
          </a:xfrm>
          <a:prstGeom prst="rect">
            <a:avLst/>
          </a:prstGeom>
          <a:solidFill>
            <a:srgbClr val="D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3300" y="2654300"/>
            <a:ext cx="1525016" cy="266700"/>
          </a:xfrm>
          <a:prstGeom prst="roundRect">
            <a:avLst>
              <a:gd name="adj" fmla="val 5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3300" y="2654300"/>
            <a:ext cx="1525016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B2340"/>
                </a:solidFill>
                <a:latin typeface="Tahoma"/>
              </a:rPr>
              <a:t>Social Media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91816" y="2654300"/>
            <a:ext cx="1624584" cy="266700"/>
          </a:xfrm>
          <a:prstGeom prst="roundRect">
            <a:avLst>
              <a:gd name="adj" fmla="val 5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91816" y="2654300"/>
            <a:ext cx="1624584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B2340"/>
                </a:solidFill>
                <a:latin typeface="Tahoma"/>
              </a:rPr>
              <a:t>Event Visuals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9900" y="2654300"/>
            <a:ext cx="2421128" cy="266700"/>
          </a:xfrm>
          <a:prstGeom prst="roundRect">
            <a:avLst>
              <a:gd name="adj" fmla="val 5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9900" y="2654300"/>
            <a:ext cx="2421128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B2340"/>
                </a:solidFill>
                <a:latin typeface="Tahoma"/>
              </a:rPr>
              <a:t>Promotional Materials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64528" y="2654300"/>
            <a:ext cx="1126744" cy="266700"/>
          </a:xfrm>
          <a:prstGeom prst="roundRect">
            <a:avLst>
              <a:gd name="adj" fmla="val 5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4528" y="2654300"/>
            <a:ext cx="1126744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2B2340"/>
                </a:solidFill>
                <a:latin typeface="Tahoma"/>
              </a:rPr>
              <a:t>Branding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629900" y="2717800"/>
            <a:ext cx="139700" cy="1397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45800" y="2717800"/>
            <a:ext cx="139700" cy="1397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061700" y="2717800"/>
            <a:ext cx="139700" cy="1397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03300" y="3124200"/>
            <a:ext cx="2451100" cy="10414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4-Point Star 40"/>
          <p:cNvSpPr/>
          <p:nvPr/>
        </p:nvSpPr>
        <p:spPr>
          <a:xfrm>
            <a:off x="2120900" y="323850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4900" y="3530600"/>
            <a:ext cx="22479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1">
                <a:solidFill>
                  <a:srgbClr val="6E6486"/>
                </a:solidFill>
                <a:latin typeface="Tahoma"/>
              </a:rPr>
              <a:t>IG carousel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3300" y="4216400"/>
            <a:ext cx="24511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6E6486"/>
                </a:solidFill>
                <a:latin typeface="Courier New"/>
              </a:rPr>
              <a:t>IG_carousel.jpg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06800" y="3124200"/>
            <a:ext cx="2451100" cy="10414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4-Point Star 44"/>
          <p:cNvSpPr/>
          <p:nvPr/>
        </p:nvSpPr>
        <p:spPr>
          <a:xfrm>
            <a:off x="4724400" y="323850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08400" y="3530600"/>
            <a:ext cx="22479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1">
                <a:solidFill>
                  <a:srgbClr val="6E6486"/>
                </a:solidFill>
                <a:latin typeface="Tahoma"/>
              </a:rPr>
              <a:t>event poster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6800" y="4216400"/>
            <a:ext cx="24511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6E6486"/>
                </a:solidFill>
                <a:latin typeface="Courier New"/>
              </a:rPr>
              <a:t>event_poster.jpg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0300" y="3124200"/>
            <a:ext cx="2451100" cy="10414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4-Point Star 48"/>
          <p:cNvSpPr/>
          <p:nvPr/>
        </p:nvSpPr>
        <p:spPr>
          <a:xfrm>
            <a:off x="7327900" y="323850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11900" y="3530600"/>
            <a:ext cx="22479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1">
                <a:solidFill>
                  <a:srgbClr val="6E6486"/>
                </a:solidFill>
                <a:latin typeface="Tahoma"/>
              </a:rPr>
              <a:t>reels cover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0300" y="4216400"/>
            <a:ext cx="24511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6E6486"/>
                </a:solidFill>
                <a:latin typeface="Courier New"/>
              </a:rPr>
              <a:t>reels_cover.jpg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13800" y="3124200"/>
            <a:ext cx="2451100" cy="10414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4-Point Star 52"/>
          <p:cNvSpPr/>
          <p:nvPr/>
        </p:nvSpPr>
        <p:spPr>
          <a:xfrm>
            <a:off x="9931400" y="323850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5400" y="3530600"/>
            <a:ext cx="22479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1">
                <a:solidFill>
                  <a:srgbClr val="6E6486"/>
                </a:solidFill>
                <a:latin typeface="Tahoma"/>
              </a:rPr>
              <a:t>brand kit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13800" y="4216400"/>
            <a:ext cx="24511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6E6486"/>
                </a:solidFill>
                <a:latin typeface="Courier New"/>
              </a:rPr>
              <a:t>brand_kit.jpg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3300" y="4572000"/>
            <a:ext cx="2451100" cy="10414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4-Point Star 56"/>
          <p:cNvSpPr/>
          <p:nvPr/>
        </p:nvSpPr>
        <p:spPr>
          <a:xfrm>
            <a:off x="2120900" y="468630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04900" y="4978400"/>
            <a:ext cx="22479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1">
                <a:solidFill>
                  <a:srgbClr val="6E6486"/>
                </a:solidFill>
                <a:latin typeface="Tahoma"/>
              </a:rPr>
              <a:t>feed layout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3300" y="5664200"/>
            <a:ext cx="24511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6E6486"/>
                </a:solidFill>
                <a:latin typeface="Courier New"/>
              </a:rPr>
              <a:t>feed_layout.jpg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06800" y="4572000"/>
            <a:ext cx="2451100" cy="10414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4-Point Star 60"/>
          <p:cNvSpPr/>
          <p:nvPr/>
        </p:nvSpPr>
        <p:spPr>
          <a:xfrm>
            <a:off x="4724400" y="468630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08400" y="4978400"/>
            <a:ext cx="22479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1">
                <a:solidFill>
                  <a:srgbClr val="6E6486"/>
                </a:solidFill>
                <a:latin typeface="Tahoma"/>
              </a:rPr>
              <a:t>promo flyer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06800" y="5664200"/>
            <a:ext cx="24511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6E6486"/>
                </a:solidFill>
                <a:latin typeface="Courier New"/>
              </a:rPr>
              <a:t>promo_flyer.jpg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10300" y="4572000"/>
            <a:ext cx="2451100" cy="10414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4-Point Star 64"/>
          <p:cNvSpPr/>
          <p:nvPr/>
        </p:nvSpPr>
        <p:spPr>
          <a:xfrm>
            <a:off x="7327900" y="468630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11900" y="4978400"/>
            <a:ext cx="22479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1">
                <a:solidFill>
                  <a:srgbClr val="6E6486"/>
                </a:solidFill>
                <a:latin typeface="Tahoma"/>
              </a:rPr>
              <a:t>campaign visual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0300" y="5664200"/>
            <a:ext cx="24511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6E6486"/>
                </a:solidFill>
                <a:latin typeface="Courier New"/>
              </a:rPr>
              <a:t>campaign_visual.jpg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813800" y="4572000"/>
            <a:ext cx="2451100" cy="10414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4-Point Star 68"/>
          <p:cNvSpPr/>
          <p:nvPr/>
        </p:nvSpPr>
        <p:spPr>
          <a:xfrm>
            <a:off x="9931400" y="468630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15400" y="4978400"/>
            <a:ext cx="22479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1">
                <a:solidFill>
                  <a:srgbClr val="6E6486"/>
                </a:solidFill>
                <a:latin typeface="Tahoma"/>
              </a:rPr>
              <a:t>merch design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13800" y="5664200"/>
            <a:ext cx="24511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6E6486"/>
                </a:solidFill>
                <a:latin typeface="Courier New"/>
              </a:rPr>
              <a:t>merch_design.jpg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0" y="64516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14300" y="6515100"/>
            <a:ext cx="952500" cy="279400"/>
          </a:xfrm>
          <a:prstGeom prst="roundRect">
            <a:avLst>
              <a:gd name="adj" fmla="val 35000"/>
            </a:avLst>
          </a:prstGeom>
          <a:gradFill rotWithShape="1">
            <a:gsLst>
              <a:gs pos="0">
                <a:srgbClr val="FFFFFF"/>
              </a:gs>
              <a:gs pos="100000">
                <a:srgbClr val="DCEFFB"/>
              </a:gs>
            </a:gsLst>
            <a:lin scaled="0" ang="16200000"/>
          </a:gra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Isosceles Triangle 74"/>
          <p:cNvSpPr/>
          <p:nvPr/>
        </p:nvSpPr>
        <p:spPr>
          <a:xfrm rot="5400000">
            <a:off x="241300" y="6597650"/>
            <a:ext cx="114300" cy="114300"/>
          </a:xfrm>
          <a:prstGeom prst="triangle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9100" y="6515100"/>
            <a:ext cx="571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start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181100" y="6515100"/>
            <a:ext cx="2540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44600" y="65151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my_creative_works</a:t>
            </a:r>
          </a:p>
        </p:txBody>
      </p:sp>
      <p:sp>
        <p:nvSpPr>
          <p:cNvPr id="79" name="Heart 78"/>
          <p:cNvSpPr/>
          <p:nvPr/>
        </p:nvSpPr>
        <p:spPr>
          <a:xfrm>
            <a:off x="9626600" y="6591300"/>
            <a:ext cx="152400" cy="1397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5-Point Star 79"/>
          <p:cNvSpPr/>
          <p:nvPr/>
        </p:nvSpPr>
        <p:spPr>
          <a:xfrm>
            <a:off x="9867900" y="6578600"/>
            <a:ext cx="165100" cy="1651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4-Point Star 80"/>
          <p:cNvSpPr/>
          <p:nvPr/>
        </p:nvSpPr>
        <p:spPr>
          <a:xfrm>
            <a:off x="10121900" y="6591300"/>
            <a:ext cx="139700" cy="1397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0172700" y="6515100"/>
            <a:ext cx="1905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236200" y="6515100"/>
            <a:ext cx="177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06/10  ·  10:30 PM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4F6BE"/>
              </a:gs>
              <a:gs pos="100000">
                <a:srgbClr val="9BD4F5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457200" y="952500"/>
            <a:ext cx="190500" cy="1905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595100" y="1333500"/>
            <a:ext cx="152400" cy="1524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498600" y="5575300"/>
            <a:ext cx="165100" cy="1651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1239500" y="5346700"/>
            <a:ext cx="203200" cy="2032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279400" y="34798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4-Point Star 7"/>
          <p:cNvSpPr/>
          <p:nvPr/>
        </p:nvSpPr>
        <p:spPr>
          <a:xfrm>
            <a:off x="11874500" y="35560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2768600" y="4699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9575800" y="584200"/>
            <a:ext cx="139700" cy="1397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6172200" y="203200"/>
            <a:ext cx="101600" cy="1016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4-Point Star 11"/>
          <p:cNvSpPr/>
          <p:nvPr/>
        </p:nvSpPr>
        <p:spPr>
          <a:xfrm>
            <a:off x="4406900" y="61087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8242300" y="61722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685800"/>
            <a:ext cx="10972800" cy="533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685800"/>
            <a:ext cx="10972800" cy="355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927100"/>
            <a:ext cx="10972800" cy="114300"/>
          </a:xfrm>
          <a:prstGeom prst="rect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1041400"/>
            <a:ext cx="10972800" cy="12700"/>
          </a:xfrm>
          <a:prstGeom prst="rect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685800"/>
            <a:ext cx="957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Tahoma"/>
              </a:rPr>
              <a:t>stretch_for_stray.html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442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855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268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88650" y="901700"/>
            <a:ext cx="889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29950" y="819150"/>
            <a:ext cx="88900" cy="889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189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2500" y="1308100"/>
            <a:ext cx="2984500" cy="39370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4-Point Star 26"/>
          <p:cNvSpPr/>
          <p:nvPr/>
        </p:nvSpPr>
        <p:spPr>
          <a:xfrm>
            <a:off x="2336800" y="287020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4100" y="3162300"/>
            <a:ext cx="27813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50" b="1">
                <a:solidFill>
                  <a:srgbClr val="6E6486"/>
                </a:solidFill>
                <a:latin typeface="Tahoma"/>
              </a:rPr>
              <a:t>event poster
(470 × 620)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" y="5321300"/>
            <a:ext cx="298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6E6486"/>
                </a:solidFill>
                <a:latin typeface="Courier New"/>
              </a:rPr>
              <a:t>poster_final_v3.png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4500" y="13081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spc="120">
                <a:solidFill>
                  <a:srgbClr val="2F7CBF"/>
                </a:solidFill>
                <a:latin typeface="Courier New"/>
              </a:rPr>
              <a:t>Wellness × Social Impact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9100" y="1524000"/>
            <a:ext cx="7302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2B2340"/>
                </a:solidFill>
                <a:latin typeface="Arial Black"/>
              </a:rPr>
              <a:t>STRETCH FOR STRAY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4500" y="2273300"/>
            <a:ext cx="1651000" cy="31750"/>
          </a:xfrm>
          <a:prstGeom prst="rec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29100" y="2489200"/>
            <a:ext cx="698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>
                <a:solidFill>
                  <a:srgbClr val="2B2340"/>
                </a:solidFill>
                <a:latin typeface="Verdana"/>
              </a:rPr>
              <a:t>A wellness event combining movement, community, and support for animal welfare.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4500" y="3454400"/>
            <a:ext cx="254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spc="120">
                <a:solidFill>
                  <a:srgbClr val="2F7CBF"/>
                </a:solidFill>
                <a:latin typeface="Courier New"/>
              </a:rPr>
              <a:t>MY CONTRIBUTION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1800" y="3721100"/>
            <a:ext cx="215900" cy="2159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1800" y="37211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ourier New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9300" y="37084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>
                <a:solidFill>
                  <a:srgbClr val="2B2340"/>
                </a:solidFill>
                <a:latin typeface="Verdana"/>
              </a:rPr>
              <a:t>Campaign concept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41800" y="4076700"/>
            <a:ext cx="215900" cy="2159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41800" y="40767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ourier New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9300" y="40640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>
                <a:solidFill>
                  <a:srgbClr val="2B2340"/>
                </a:solidFill>
                <a:latin typeface="Verdana"/>
              </a:rPr>
              <a:t>Event promotion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41800" y="4432300"/>
            <a:ext cx="215900" cy="2159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41800" y="44323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ourier New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9300" y="44196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>
                <a:solidFill>
                  <a:srgbClr val="2B2340"/>
                </a:solidFill>
                <a:latin typeface="Verdana"/>
              </a:rPr>
              <a:t>Social media content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41800" y="4787900"/>
            <a:ext cx="215900" cy="2159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41800" y="47879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ourier New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9300" y="47752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>
                <a:solidFill>
                  <a:srgbClr val="2B2340"/>
                </a:solidFill>
                <a:latin typeface="Verdana"/>
              </a:rPr>
              <a:t>Partnership communication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41800" y="5143500"/>
            <a:ext cx="215900" cy="2159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41800" y="51435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ourier New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9300" y="51308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>
                <a:solidFill>
                  <a:srgbClr val="2B2340"/>
                </a:solidFill>
                <a:latin typeface="Verdana"/>
              </a:rPr>
              <a:t>Event coordination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74100" y="3378200"/>
            <a:ext cx="2476500" cy="1206500"/>
          </a:xfrm>
          <a:prstGeom prst="roundRect">
            <a:avLst>
              <a:gd name="adj" fmla="val 10000"/>
            </a:avLst>
          </a:prstGeom>
          <a:solidFill>
            <a:srgbClr val="EFF8FF"/>
          </a:solidFill>
          <a:ln w="19050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74100" y="3378200"/>
            <a:ext cx="2476500" cy="228600"/>
          </a:xfrm>
          <a:prstGeom prst="rect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75700" y="3378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Tahoma"/>
              </a:rPr>
              <a:t>now playing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9200" y="3746500"/>
            <a:ext cx="2159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B2340"/>
                </a:solidFill>
                <a:latin typeface="Tahoma"/>
              </a:rPr>
              <a:t>stretch_for_stray.mp4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39200" y="3962400"/>
            <a:ext cx="2159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E6486"/>
                </a:solidFill>
                <a:latin typeface="Verdana"/>
              </a:rPr>
              <a:t>documentation reel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39200" y="4229100"/>
            <a:ext cx="2133600" cy="63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839200" y="4229100"/>
            <a:ext cx="13335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Isosceles Triangle 56"/>
          <p:cNvSpPr/>
          <p:nvPr/>
        </p:nvSpPr>
        <p:spPr>
          <a:xfrm rot="16200000">
            <a:off x="9613900" y="4368800"/>
            <a:ext cx="127000" cy="127000"/>
          </a:xfrm>
          <a:prstGeom prst="triangle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Isosceles Triangle 57"/>
          <p:cNvSpPr/>
          <p:nvPr/>
        </p:nvSpPr>
        <p:spPr>
          <a:xfrm rot="5400000">
            <a:off x="9855200" y="4368800"/>
            <a:ext cx="127000" cy="127000"/>
          </a:xfrm>
          <a:prstGeom prst="triangle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Isosceles Triangle 58"/>
          <p:cNvSpPr/>
          <p:nvPr/>
        </p:nvSpPr>
        <p:spPr>
          <a:xfrm rot="5400000">
            <a:off x="10083800" y="4368800"/>
            <a:ext cx="127000" cy="127000"/>
          </a:xfrm>
          <a:prstGeom prst="triangle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674100" y="4724400"/>
            <a:ext cx="1181100" cy="8255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4-Point Star 60"/>
          <p:cNvSpPr/>
          <p:nvPr/>
        </p:nvSpPr>
        <p:spPr>
          <a:xfrm>
            <a:off x="9156700" y="473075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775700" y="5022850"/>
            <a:ext cx="9779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1">
                <a:solidFill>
                  <a:srgbClr val="6E6486"/>
                </a:solidFill>
                <a:latin typeface="Tahoma"/>
              </a:rPr>
              <a:t>event docs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69500" y="4724400"/>
            <a:ext cx="1181100" cy="825500"/>
          </a:xfrm>
          <a:prstGeom prst="roundRect">
            <a:avLst>
              <a:gd name="adj" fmla="val 5000"/>
            </a:avLst>
          </a:prstGeom>
          <a:solidFill>
            <a:srgbClr val="EFF8FF"/>
          </a:solidFill>
          <a:ln w="22225">
            <a:solidFill>
              <a:srgbClr val="5FB8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4-Point Star 63"/>
          <p:cNvSpPr/>
          <p:nvPr/>
        </p:nvSpPr>
        <p:spPr>
          <a:xfrm>
            <a:off x="10452100" y="4730750"/>
            <a:ext cx="215900" cy="215900"/>
          </a:xfrm>
          <a:prstGeom prst="star4">
            <a:avLst/>
          </a:prstGeom>
          <a:solidFill>
            <a:srgbClr val="5F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71100" y="5022850"/>
            <a:ext cx="9779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1">
                <a:solidFill>
                  <a:srgbClr val="6E6486"/>
                </a:solidFill>
                <a:latin typeface="Tahoma"/>
              </a:rPr>
              <a:t>social post</a:t>
            </a:r>
          </a:p>
        </p:txBody>
      </p:sp>
      <p:sp>
        <p:nvSpPr>
          <p:cNvPr id="66" name="Oval 65"/>
          <p:cNvSpPr/>
          <p:nvPr/>
        </p:nvSpPr>
        <p:spPr>
          <a:xfrm>
            <a:off x="3670300" y="1155700"/>
            <a:ext cx="482600" cy="4826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 rot="20880000">
            <a:off x="3790950" y="1276350"/>
            <a:ext cx="241300" cy="241300"/>
          </a:xfrm>
          <a:prstGeom prst="star5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64516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14300" y="6515100"/>
            <a:ext cx="952500" cy="279400"/>
          </a:xfrm>
          <a:prstGeom prst="roundRect">
            <a:avLst>
              <a:gd name="adj" fmla="val 35000"/>
            </a:avLst>
          </a:prstGeom>
          <a:gradFill rotWithShape="1">
            <a:gsLst>
              <a:gs pos="0">
                <a:srgbClr val="FFFFFF"/>
              </a:gs>
              <a:gs pos="100000">
                <a:srgbClr val="DCEFFB"/>
              </a:gs>
            </a:gsLst>
            <a:lin scaled="0" ang="16200000"/>
          </a:gra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 rot="5400000">
            <a:off x="241300" y="6597650"/>
            <a:ext cx="114300" cy="114300"/>
          </a:xfrm>
          <a:prstGeom prst="triangle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9100" y="6515100"/>
            <a:ext cx="571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start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81100" y="6515100"/>
            <a:ext cx="2540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44600" y="65151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stretch_for_stray.html</a:t>
            </a:r>
          </a:p>
        </p:txBody>
      </p:sp>
      <p:sp>
        <p:nvSpPr>
          <p:cNvPr id="75" name="Heart 74"/>
          <p:cNvSpPr/>
          <p:nvPr/>
        </p:nvSpPr>
        <p:spPr>
          <a:xfrm>
            <a:off x="9626600" y="6591300"/>
            <a:ext cx="152400" cy="1397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5-Point Star 75"/>
          <p:cNvSpPr/>
          <p:nvPr/>
        </p:nvSpPr>
        <p:spPr>
          <a:xfrm>
            <a:off x="9867900" y="6578600"/>
            <a:ext cx="165100" cy="1651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4-Point Star 76"/>
          <p:cNvSpPr/>
          <p:nvPr/>
        </p:nvSpPr>
        <p:spPr>
          <a:xfrm>
            <a:off x="10121900" y="6591300"/>
            <a:ext cx="139700" cy="1397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10172700" y="6515100"/>
            <a:ext cx="1905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36200" y="6515100"/>
            <a:ext cx="177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07/10  ·  10:30 PM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4F6BE"/>
              </a:gs>
              <a:gs pos="100000">
                <a:srgbClr val="9BD4F5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457200" y="952500"/>
            <a:ext cx="190500" cy="1905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595100" y="1333500"/>
            <a:ext cx="152400" cy="1524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498600" y="5575300"/>
            <a:ext cx="165100" cy="1651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1239500" y="5346700"/>
            <a:ext cx="203200" cy="2032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279400" y="34798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4-Point Star 7"/>
          <p:cNvSpPr/>
          <p:nvPr/>
        </p:nvSpPr>
        <p:spPr>
          <a:xfrm>
            <a:off x="11874500" y="35560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2768600" y="4699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9575800" y="584200"/>
            <a:ext cx="139700" cy="1397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6172200" y="203200"/>
            <a:ext cx="101600" cy="1016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4-Point Star 11"/>
          <p:cNvSpPr/>
          <p:nvPr/>
        </p:nvSpPr>
        <p:spPr>
          <a:xfrm>
            <a:off x="4406900" y="61087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8242300" y="61722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685800"/>
            <a:ext cx="10972800" cy="533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685800"/>
            <a:ext cx="10972800" cy="355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927100"/>
            <a:ext cx="10972800" cy="114300"/>
          </a:xfrm>
          <a:prstGeom prst="rect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1041400"/>
            <a:ext cx="10972800" cy="12700"/>
          </a:xfrm>
          <a:prstGeom prst="rect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685800"/>
            <a:ext cx="957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Tahoma"/>
              </a:rPr>
              <a:t>beyond_creative_work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442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855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268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88650" y="901700"/>
            <a:ext cx="889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29950" y="819150"/>
            <a:ext cx="88900" cy="889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189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6000" y="1333500"/>
            <a:ext cx="9271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B2340"/>
                </a:solidFill>
                <a:latin typeface="Arial Black"/>
              </a:rPr>
              <a:t>BEYOND CREATIVE 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" y="1955800"/>
            <a:ext cx="977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E6486"/>
                </a:solidFill>
                <a:latin typeface="Verdana"/>
              </a:rPr>
              <a:t>My creative experience also grew through student organizations, academic projects, and collaborative work.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8700" y="2755900"/>
            <a:ext cx="3302000" cy="2997200"/>
          </a:xfrm>
          <a:prstGeom prst="roundRect">
            <a:avLst>
              <a:gd name="adj" fmla="val 6000"/>
            </a:avLst>
          </a:prstGeom>
          <a:solidFill>
            <a:srgbClr val="EFF8FF"/>
          </a:solidFill>
          <a:ln w="2222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28700" y="2755900"/>
            <a:ext cx="3302000" cy="63500"/>
          </a:xfrm>
          <a:prstGeom prst="rect">
            <a:avLst/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308100" y="3073400"/>
            <a:ext cx="558800" cy="558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5-Point Star 30"/>
          <p:cNvSpPr/>
          <p:nvPr/>
        </p:nvSpPr>
        <p:spPr>
          <a:xfrm>
            <a:off x="1447800" y="3213100"/>
            <a:ext cx="279400" cy="2794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08100" y="3746500"/>
            <a:ext cx="27432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B2340"/>
                </a:solidFill>
                <a:latin typeface="Arial Black"/>
              </a:rPr>
              <a:t>Himpunan Mahasiswa PPP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0800" y="4737100"/>
            <a:ext cx="27178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E6486"/>
                </a:solidFill>
                <a:latin typeface="Verdana"/>
              </a:rPr>
              <a:t>Head of Media &amp; Branding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84700" y="2755900"/>
            <a:ext cx="3302000" cy="2997200"/>
          </a:xfrm>
          <a:prstGeom prst="roundRect">
            <a:avLst>
              <a:gd name="adj" fmla="val 6000"/>
            </a:avLst>
          </a:prstGeom>
          <a:solidFill>
            <a:srgbClr val="EFF8FF"/>
          </a:solidFill>
          <a:ln w="2222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84700" y="2755900"/>
            <a:ext cx="3302000" cy="63500"/>
          </a:xfrm>
          <a:prstGeom prst="rect">
            <a:avLst/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864100" y="3073400"/>
            <a:ext cx="558800" cy="558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4-Point Star 36"/>
          <p:cNvSpPr/>
          <p:nvPr/>
        </p:nvSpPr>
        <p:spPr>
          <a:xfrm>
            <a:off x="5003800" y="3213100"/>
            <a:ext cx="279400" cy="2794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64100" y="3746500"/>
            <a:ext cx="27432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B2340"/>
                </a:solidFill>
                <a:latin typeface="Arial Black"/>
              </a:rPr>
              <a:t>Pekan Seni Budaya IPB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0" y="4737100"/>
            <a:ext cx="27178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E6486"/>
                </a:solidFill>
                <a:latin typeface="Verdana"/>
              </a:rPr>
              <a:t>Vice Head / Staff DKV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40700" y="2755900"/>
            <a:ext cx="3302000" cy="2997200"/>
          </a:xfrm>
          <a:prstGeom prst="roundRect">
            <a:avLst>
              <a:gd name="adj" fmla="val 6000"/>
            </a:avLst>
          </a:prstGeom>
          <a:solidFill>
            <a:srgbClr val="EFF8FF"/>
          </a:solidFill>
          <a:ln w="2222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40700" y="2755900"/>
            <a:ext cx="3302000" cy="63500"/>
          </a:xfrm>
          <a:prstGeom prst="rect">
            <a:avLst/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20100" y="3073400"/>
            <a:ext cx="558800" cy="558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8559800" y="3213100"/>
            <a:ext cx="279400" cy="279400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20100" y="3746500"/>
            <a:ext cx="27432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B2340"/>
                </a:solidFill>
                <a:latin typeface="Arial Black"/>
              </a:rPr>
              <a:t>Academic &amp; Research Projects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32800" y="4737100"/>
            <a:ext cx="27178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E6486"/>
                </a:solidFill>
                <a:latin typeface="Verdana"/>
              </a:rPr>
              <a:t>Visual communication · presentation · documentation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4516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14300" y="6515100"/>
            <a:ext cx="952500" cy="279400"/>
          </a:xfrm>
          <a:prstGeom prst="roundRect">
            <a:avLst>
              <a:gd name="adj" fmla="val 35000"/>
            </a:avLst>
          </a:prstGeom>
          <a:gradFill rotWithShape="1">
            <a:gsLst>
              <a:gs pos="0">
                <a:srgbClr val="FFFFFF"/>
              </a:gs>
              <a:gs pos="100000">
                <a:srgbClr val="DCEFFB"/>
              </a:gs>
            </a:gsLst>
            <a:lin scaled="0" ang="16200000"/>
          </a:gra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Isosceles Triangle 48"/>
          <p:cNvSpPr/>
          <p:nvPr/>
        </p:nvSpPr>
        <p:spPr>
          <a:xfrm rot="5400000">
            <a:off x="241300" y="6597650"/>
            <a:ext cx="114300" cy="114300"/>
          </a:xfrm>
          <a:prstGeom prst="triangle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9100" y="6515100"/>
            <a:ext cx="571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start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81100" y="6515100"/>
            <a:ext cx="2540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4600" y="65151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beyond_creative</a:t>
            </a:r>
          </a:p>
        </p:txBody>
      </p:sp>
      <p:sp>
        <p:nvSpPr>
          <p:cNvPr id="53" name="Heart 52"/>
          <p:cNvSpPr/>
          <p:nvPr/>
        </p:nvSpPr>
        <p:spPr>
          <a:xfrm>
            <a:off x="9626600" y="6591300"/>
            <a:ext cx="152400" cy="1397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5-Point Star 53"/>
          <p:cNvSpPr/>
          <p:nvPr/>
        </p:nvSpPr>
        <p:spPr>
          <a:xfrm>
            <a:off x="9867900" y="6578600"/>
            <a:ext cx="165100" cy="1651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4-Point Star 54"/>
          <p:cNvSpPr/>
          <p:nvPr/>
        </p:nvSpPr>
        <p:spPr>
          <a:xfrm>
            <a:off x="10121900" y="6591300"/>
            <a:ext cx="139700" cy="1397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172700" y="6515100"/>
            <a:ext cx="1905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36200" y="6515100"/>
            <a:ext cx="177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08/10  ·  10:30 PM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4F6BE"/>
              </a:gs>
              <a:gs pos="100000">
                <a:srgbClr val="9BD4F5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457200" y="952500"/>
            <a:ext cx="190500" cy="1905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595100" y="1333500"/>
            <a:ext cx="152400" cy="1524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498600" y="5575300"/>
            <a:ext cx="165100" cy="1651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1239500" y="5346700"/>
            <a:ext cx="203200" cy="2032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279400" y="34798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4-Point Star 7"/>
          <p:cNvSpPr/>
          <p:nvPr/>
        </p:nvSpPr>
        <p:spPr>
          <a:xfrm>
            <a:off x="11874500" y="35560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2768600" y="4699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9575800" y="584200"/>
            <a:ext cx="139700" cy="1397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6172200" y="203200"/>
            <a:ext cx="101600" cy="1016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4-Point Star 11"/>
          <p:cNvSpPr/>
          <p:nvPr/>
        </p:nvSpPr>
        <p:spPr>
          <a:xfrm>
            <a:off x="4406900" y="6108700"/>
            <a:ext cx="127000" cy="1270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8242300" y="6172200"/>
            <a:ext cx="114300" cy="114300"/>
          </a:xfrm>
          <a:prstGeom prst="star4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9600" y="685800"/>
            <a:ext cx="10972800" cy="533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685800"/>
            <a:ext cx="10972800" cy="355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927100"/>
            <a:ext cx="10972800" cy="114300"/>
          </a:xfrm>
          <a:prstGeom prst="rect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1041400"/>
            <a:ext cx="10972800" cy="12700"/>
          </a:xfrm>
          <a:prstGeom prst="rect">
            <a:avLst/>
          </a:prstGeom>
          <a:solidFill>
            <a:srgbClr val="2F7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685800"/>
            <a:ext cx="9575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Tahoma"/>
              </a:rPr>
              <a:t>skills_and_tools  —  Settings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442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855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26800" y="7747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F7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88650" y="901700"/>
            <a:ext cx="889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29950" y="819150"/>
            <a:ext cx="88900" cy="889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18900000">
            <a:off x="11264900" y="8509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6000" y="1282700"/>
            <a:ext cx="7620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B2340"/>
                </a:solidFill>
                <a:latin typeface="Arial Black"/>
              </a:rPr>
              <a:t>SKILLS &amp; TOOLS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" y="1955800"/>
            <a:ext cx="5080000" cy="2260600"/>
          </a:xfrm>
          <a:prstGeom prst="roundRect">
            <a:avLst>
              <a:gd name="adj" fmla="val 7000"/>
            </a:avLst>
          </a:prstGeom>
          <a:solidFill>
            <a:srgbClr val="EFF8FF"/>
          </a:solidFill>
          <a:ln w="2222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2700" y="21209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2F7CBF"/>
                </a:solidFill>
                <a:latin typeface="Arial Black"/>
              </a:rPr>
              <a:t>Creative</a:t>
            </a:r>
          </a:p>
        </p:txBody>
      </p:sp>
      <p:sp>
        <p:nvSpPr>
          <p:cNvPr id="29" name="Diamond 28"/>
          <p:cNvSpPr/>
          <p:nvPr/>
        </p:nvSpPr>
        <p:spPr>
          <a:xfrm>
            <a:off x="1282700" y="2603500"/>
            <a:ext cx="139700" cy="139700"/>
          </a:xfrm>
          <a:prstGeom prst="diamond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6700" y="2540000"/>
            <a:ext cx="2667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B2340"/>
                </a:solidFill>
                <a:latin typeface="Verdana"/>
              </a:rPr>
              <a:t>Graphic Design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9100" y="2641600"/>
            <a:ext cx="1600200" cy="63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29100" y="2641600"/>
            <a:ext cx="16002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1282700" y="2997200"/>
            <a:ext cx="139700" cy="139700"/>
          </a:xfrm>
          <a:prstGeom prst="diamond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36700" y="2933700"/>
            <a:ext cx="2667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B2340"/>
                </a:solidFill>
                <a:latin typeface="Verdana"/>
              </a:rPr>
              <a:t>Copywriting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9100" y="3035300"/>
            <a:ext cx="1600200" cy="63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29100" y="3035300"/>
            <a:ext cx="14986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1282700" y="3390900"/>
            <a:ext cx="139700" cy="139700"/>
          </a:xfrm>
          <a:prstGeom prst="diamond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6700" y="3327400"/>
            <a:ext cx="2667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B2340"/>
                </a:solidFill>
                <a:latin typeface="Verdana"/>
              </a:rPr>
              <a:t>Content Creation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29100" y="3429000"/>
            <a:ext cx="1600200" cy="63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229100" y="3429000"/>
            <a:ext cx="13970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282700" y="3784600"/>
            <a:ext cx="139700" cy="139700"/>
          </a:xfrm>
          <a:prstGeom prst="diamond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36700" y="3721100"/>
            <a:ext cx="2667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B2340"/>
                </a:solidFill>
                <a:latin typeface="Verdana"/>
              </a:rPr>
              <a:t>Visual Communication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29100" y="3822700"/>
            <a:ext cx="1600200" cy="63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29100" y="3822700"/>
            <a:ext cx="12954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62700" y="1955800"/>
            <a:ext cx="5080000" cy="2260600"/>
          </a:xfrm>
          <a:prstGeom prst="roundRect">
            <a:avLst>
              <a:gd name="adj" fmla="val 7000"/>
            </a:avLst>
          </a:prstGeom>
          <a:solidFill>
            <a:srgbClr val="EFF8FF"/>
          </a:solidFill>
          <a:ln w="2222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16700" y="21209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2F7CBF"/>
                </a:solidFill>
                <a:latin typeface="Arial Black"/>
              </a:rPr>
              <a:t>Marketing</a:t>
            </a:r>
          </a:p>
        </p:txBody>
      </p:sp>
      <p:sp>
        <p:nvSpPr>
          <p:cNvPr id="47" name="Diamond 46"/>
          <p:cNvSpPr/>
          <p:nvPr/>
        </p:nvSpPr>
        <p:spPr>
          <a:xfrm>
            <a:off x="6616700" y="2603500"/>
            <a:ext cx="139700" cy="139700"/>
          </a:xfrm>
          <a:prstGeom prst="diamond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70700" y="2540000"/>
            <a:ext cx="2667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B2340"/>
                </a:solidFill>
                <a:latin typeface="Verdana"/>
              </a:rPr>
              <a:t>Social Media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63100" y="2641600"/>
            <a:ext cx="1600200" cy="63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563100" y="2641600"/>
            <a:ext cx="16002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iamond 50"/>
          <p:cNvSpPr/>
          <p:nvPr/>
        </p:nvSpPr>
        <p:spPr>
          <a:xfrm>
            <a:off x="6616700" y="2997200"/>
            <a:ext cx="139700" cy="139700"/>
          </a:xfrm>
          <a:prstGeom prst="diamond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70700" y="2933700"/>
            <a:ext cx="2667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B2340"/>
                </a:solidFill>
                <a:latin typeface="Verdana"/>
              </a:rPr>
              <a:t>Campaign Development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63100" y="3035300"/>
            <a:ext cx="1600200" cy="63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563100" y="3035300"/>
            <a:ext cx="14986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iamond 54"/>
          <p:cNvSpPr/>
          <p:nvPr/>
        </p:nvSpPr>
        <p:spPr>
          <a:xfrm>
            <a:off x="6616700" y="3390900"/>
            <a:ext cx="139700" cy="139700"/>
          </a:xfrm>
          <a:prstGeom prst="diamond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70700" y="3327400"/>
            <a:ext cx="2667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B2340"/>
                </a:solidFill>
                <a:latin typeface="Verdana"/>
              </a:rPr>
              <a:t>Event Management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563100" y="3429000"/>
            <a:ext cx="1600200" cy="63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563100" y="3429000"/>
            <a:ext cx="13970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6616700" y="3784600"/>
            <a:ext cx="139700" cy="139700"/>
          </a:xfrm>
          <a:prstGeom prst="diamond">
            <a:avLst/>
          </a:prstGeom>
          <a:solidFill>
            <a:srgbClr val="3A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70700" y="3721100"/>
            <a:ext cx="2667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B2340"/>
                </a:solidFill>
                <a:latin typeface="Verdana"/>
              </a:rPr>
              <a:t>Partnership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563100" y="3822700"/>
            <a:ext cx="1600200" cy="63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563100" y="3822700"/>
            <a:ext cx="1295400" cy="63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FD4F7"/>
              </a:gs>
              <a:gs pos="100000">
                <a:srgbClr val="FF6FB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028700" y="4445000"/>
            <a:ext cx="9994900" cy="1333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82700" y="4622800"/>
            <a:ext cx="317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2F7CBF"/>
                </a:solidFill>
                <a:latin typeface="Arial Black"/>
              </a:rPr>
              <a:t>Tools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282700" y="5029200"/>
            <a:ext cx="838200" cy="279400"/>
          </a:xfrm>
          <a:prstGeom prst="roundRect">
            <a:avLst>
              <a:gd name="adj" fmla="val 4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82700" y="5029200"/>
            <a:ext cx="838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Canva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209800" y="5029200"/>
            <a:ext cx="2118360" cy="279400"/>
          </a:xfrm>
          <a:prstGeom prst="roundRect">
            <a:avLst>
              <a:gd name="adj" fmla="val 4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09800" y="5029200"/>
            <a:ext cx="211836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Adobe Illustrator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417060" y="5029200"/>
            <a:ext cx="1905000" cy="279400"/>
          </a:xfrm>
          <a:prstGeom prst="roundRect">
            <a:avLst>
              <a:gd name="adj" fmla="val 4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417060" y="50292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Adobe Photoshop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0960" y="5029200"/>
            <a:ext cx="944880" cy="279400"/>
          </a:xfrm>
          <a:prstGeom prst="roundRect">
            <a:avLst>
              <a:gd name="adj" fmla="val 4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10960" y="5029200"/>
            <a:ext cx="94488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CapCut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282700" y="5372100"/>
            <a:ext cx="2011680" cy="279400"/>
          </a:xfrm>
          <a:prstGeom prst="roundRect">
            <a:avLst>
              <a:gd name="adj" fmla="val 4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82700" y="5372100"/>
            <a:ext cx="201168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Microsoft Office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83280" y="5372100"/>
            <a:ext cx="2011680" cy="279400"/>
          </a:xfrm>
          <a:prstGeom prst="roundRect">
            <a:avLst>
              <a:gd name="adj" fmla="val 4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83280" y="5372100"/>
            <a:ext cx="201168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Google Workspace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83860" y="5372100"/>
            <a:ext cx="1051560" cy="279400"/>
          </a:xfrm>
          <a:prstGeom prst="roundRect">
            <a:avLst>
              <a:gd name="adj" fmla="val 40000"/>
            </a:avLst>
          </a:prstGeom>
          <a:solidFill>
            <a:srgbClr val="DCEFFB"/>
          </a:solidFill>
          <a:ln w="15875">
            <a:solidFill>
              <a:srgbClr val="5FB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3860" y="5372100"/>
            <a:ext cx="105156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B2340"/>
                </a:solidFill>
                <a:latin typeface="Tahoma"/>
              </a:rPr>
              <a:t>Minitab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gradFill rotWithShape="1">
            <a:gsLst>
              <a:gs pos="0">
                <a:srgbClr val="7FD4F7"/>
              </a:gs>
              <a:gs pos="100000">
                <a:srgbClr val="3A8FD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0" y="64516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4300" y="6515100"/>
            <a:ext cx="952500" cy="279400"/>
          </a:xfrm>
          <a:prstGeom prst="roundRect">
            <a:avLst>
              <a:gd name="adj" fmla="val 35000"/>
            </a:avLst>
          </a:prstGeom>
          <a:gradFill rotWithShape="1">
            <a:gsLst>
              <a:gs pos="0">
                <a:srgbClr val="FFFFFF"/>
              </a:gs>
              <a:gs pos="100000">
                <a:srgbClr val="DCEFFB"/>
              </a:gs>
            </a:gsLst>
            <a:lin scaled="0" ang="16200000"/>
          </a:gra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Isosceles Triangle 81"/>
          <p:cNvSpPr/>
          <p:nvPr/>
        </p:nvSpPr>
        <p:spPr>
          <a:xfrm rot="5400000">
            <a:off x="241300" y="6597650"/>
            <a:ext cx="114300" cy="114300"/>
          </a:xfrm>
          <a:prstGeom prst="triangle">
            <a:avLst/>
          </a:prstGeom>
          <a:solidFill>
            <a:srgbClr val="7FD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19100" y="6515100"/>
            <a:ext cx="571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start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81100" y="6515100"/>
            <a:ext cx="2540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44600" y="65151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skills_and_tools</a:t>
            </a:r>
          </a:p>
        </p:txBody>
      </p:sp>
      <p:sp>
        <p:nvSpPr>
          <p:cNvPr id="86" name="Heart 85"/>
          <p:cNvSpPr/>
          <p:nvPr/>
        </p:nvSpPr>
        <p:spPr>
          <a:xfrm>
            <a:off x="9626600" y="6591300"/>
            <a:ext cx="152400" cy="1397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5-Point Star 86"/>
          <p:cNvSpPr/>
          <p:nvPr/>
        </p:nvSpPr>
        <p:spPr>
          <a:xfrm>
            <a:off x="9867900" y="6578600"/>
            <a:ext cx="165100" cy="1651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4-Point Star 87"/>
          <p:cNvSpPr/>
          <p:nvPr/>
        </p:nvSpPr>
        <p:spPr>
          <a:xfrm>
            <a:off x="10121900" y="6591300"/>
            <a:ext cx="139700" cy="1397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10172700" y="6515100"/>
            <a:ext cx="1905000" cy="279400"/>
          </a:xfrm>
          <a:prstGeom prst="roundRect">
            <a:avLst>
              <a:gd name="adj" fmla="val 30000"/>
            </a:avLst>
          </a:prstGeom>
          <a:solidFill>
            <a:srgbClr val="EFF8F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236200" y="6515100"/>
            <a:ext cx="177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09/10  ·  10:30 PM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FE3F1"/>
              </a:gs>
              <a:gs pos="100000">
                <a:srgbClr val="F7D2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457200" y="952500"/>
            <a:ext cx="190500" cy="1905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11595100" y="1333500"/>
            <a:ext cx="152400" cy="1524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1498600" y="5575300"/>
            <a:ext cx="165100" cy="1651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11239500" y="5346700"/>
            <a:ext cx="203200" cy="2032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279400" y="34798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4-Point Star 7"/>
          <p:cNvSpPr/>
          <p:nvPr/>
        </p:nvSpPr>
        <p:spPr>
          <a:xfrm>
            <a:off x="11874500" y="3556000"/>
            <a:ext cx="114300" cy="1143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2768600" y="4699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9575800" y="584200"/>
            <a:ext cx="139700" cy="1397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4-Point Star 10"/>
          <p:cNvSpPr/>
          <p:nvPr/>
        </p:nvSpPr>
        <p:spPr>
          <a:xfrm>
            <a:off x="6172200" y="203200"/>
            <a:ext cx="101600" cy="1016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4-Point Star 11"/>
          <p:cNvSpPr/>
          <p:nvPr/>
        </p:nvSpPr>
        <p:spPr>
          <a:xfrm>
            <a:off x="4406900" y="6108700"/>
            <a:ext cx="127000" cy="1270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8242300" y="6172200"/>
            <a:ext cx="114300" cy="1143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3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4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1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6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17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9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20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4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25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7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30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32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33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5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36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8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40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1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44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46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48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49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51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52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54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6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59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60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62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5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68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70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73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75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76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78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80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81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83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84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86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88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89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91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892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94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96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97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99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02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04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05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807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08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10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12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213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16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8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20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21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823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24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026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128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331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32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534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36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737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839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940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2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45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347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448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50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652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55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956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058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60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61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63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464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566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68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69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871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972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74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1760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2776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3792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4808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24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6840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7856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8872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988800" y="6273800"/>
            <a:ext cx="101600" cy="10160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2090400" y="6273800"/>
            <a:ext cx="101600" cy="10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52500" y="1333500"/>
            <a:ext cx="635000" cy="6350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Heart 134"/>
          <p:cNvSpPr/>
          <p:nvPr/>
        </p:nvSpPr>
        <p:spPr>
          <a:xfrm rot="21000000">
            <a:off x="1111250" y="1492250"/>
            <a:ext cx="317500" cy="317500"/>
          </a:xfrm>
          <a:prstGeom prst="hear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0769600" y="1562100"/>
            <a:ext cx="635000" cy="6350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B4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5-Point Star 136"/>
          <p:cNvSpPr/>
          <p:nvPr/>
        </p:nvSpPr>
        <p:spPr>
          <a:xfrm rot="720000">
            <a:off x="10928350" y="1720850"/>
            <a:ext cx="317500" cy="317500"/>
          </a:xfrm>
          <a:prstGeom prst="star5">
            <a:avLst/>
          </a:prstGeom>
          <a:solidFill>
            <a:srgbClr val="B4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308100" y="4902200"/>
            <a:ext cx="635000" cy="6350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6F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Sun 138"/>
          <p:cNvSpPr/>
          <p:nvPr/>
        </p:nvSpPr>
        <p:spPr>
          <a:xfrm>
            <a:off x="1466850" y="5060950"/>
            <a:ext cx="317500" cy="317500"/>
          </a:xfrm>
          <a:prstGeom prst="sun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023600" y="4787900"/>
            <a:ext cx="635000" cy="6350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4-Point Star 140"/>
          <p:cNvSpPr/>
          <p:nvPr/>
        </p:nvSpPr>
        <p:spPr>
          <a:xfrm>
            <a:off x="11182350" y="4946650"/>
            <a:ext cx="317500" cy="317500"/>
          </a:xfrm>
          <a:prstGeom prst="star4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2095500" y="711200"/>
            <a:ext cx="8001000" cy="5461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2095500" y="711200"/>
            <a:ext cx="8001000" cy="355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095500" y="952500"/>
            <a:ext cx="8001000" cy="1143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095500" y="1066800"/>
            <a:ext cx="8001000" cy="12700"/>
          </a:xfrm>
          <a:prstGeom prst="rect">
            <a:avLst/>
          </a:prstGeom>
          <a:solidFill>
            <a:srgbClr val="E36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247900" y="711200"/>
            <a:ext cx="6604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Tahoma"/>
              </a:rPr>
              <a:t>new message!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9258300" y="8001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9499600" y="8001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9740900" y="800100"/>
            <a:ext cx="177800" cy="177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6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9302750" y="927100"/>
            <a:ext cx="889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9544050" y="844550"/>
            <a:ext cx="88900" cy="889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 rot="2700000">
            <a:off x="9779000" y="8763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 rot="18900000">
            <a:off x="9779000" y="876300"/>
            <a:ext cx="101600" cy="19050"/>
          </a:xfrm>
          <a:prstGeom prst="rect">
            <a:avLst/>
          </a:prstGeom>
          <a:solidFill>
            <a:srgbClr val="2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Heart 153"/>
          <p:cNvSpPr/>
          <p:nvPr/>
        </p:nvSpPr>
        <p:spPr>
          <a:xfrm>
            <a:off x="2590800" y="1308100"/>
            <a:ext cx="190500" cy="177800"/>
          </a:xfrm>
          <a:prstGeom prst="heart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857500" y="12700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6E6486"/>
                </a:solidFill>
                <a:latin typeface="Tahoma"/>
              </a:rPr>
              <a:t>1 new message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578100" y="1536700"/>
            <a:ext cx="70358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2B2340"/>
                </a:solidFill>
                <a:latin typeface="Arial Black"/>
              </a:rPr>
              <a:t>LET'S WORK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78100" y="2349500"/>
            <a:ext cx="70358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6FB5"/>
                </a:solidFill>
                <a:latin typeface="Arial Black"/>
              </a:rPr>
              <a:t>TOGETHER.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603500" y="3314700"/>
            <a:ext cx="2286000" cy="31750"/>
          </a:xfrm>
          <a:prstGeom prst="rect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590800" y="3517900"/>
            <a:ext cx="6985000" cy="12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>
                <a:solidFill>
                  <a:srgbClr val="2B2340"/>
                </a:solidFill>
                <a:latin typeface="Verdana"/>
              </a:rPr>
              <a:t>Thank you for taking the time to explore my work. I'm always open to new creative opportunities, collaborations, and projects.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578100" y="4508500"/>
            <a:ext cx="7035800" cy="2159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B3DE"/>
              </a:gs>
              <a:gs pos="100000">
                <a:srgbClr val="9BD4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578100" y="4508500"/>
            <a:ext cx="70358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2B2340"/>
                </a:solidFill>
                <a:latin typeface="Tahoma"/>
              </a:rPr>
              <a:t>thanks 4 stopping by  ·  let's create something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590800" y="4953000"/>
            <a:ext cx="444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2B2340"/>
                </a:solidFill>
                <a:latin typeface="Arial Black"/>
              </a:rPr>
              <a:t>ZAHRA LEVINA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578100" y="5346700"/>
            <a:ext cx="2159000" cy="6096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578100" y="5461000"/>
            <a:ext cx="2159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Tahoma"/>
              </a:rPr>
              <a:t>WhatsApp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578100" y="5676900"/>
            <a:ext cx="2159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Courier New"/>
              </a:rPr>
              <a:t>+62 8xx-xxxx-xxxx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902200" y="5346700"/>
            <a:ext cx="2159000" cy="6096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902200" y="5461000"/>
            <a:ext cx="2159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Tahoma"/>
              </a:rPr>
              <a:t>Email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902200" y="5676900"/>
            <a:ext cx="2159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Courier New"/>
              </a:rPr>
              <a:t>hello@email.com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226300" y="5346700"/>
            <a:ext cx="2159000" cy="6096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226300" y="5461000"/>
            <a:ext cx="2159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Tahoma"/>
              </a:rPr>
              <a:t>LinkedIn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226300" y="5676900"/>
            <a:ext cx="2159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Courier New"/>
              </a:rPr>
              <a:t>linkedin.com/in/username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0" y="6451600"/>
            <a:ext cx="12192000" cy="406400"/>
          </a:xfrm>
          <a:prstGeom prst="rect">
            <a:avLst/>
          </a:prstGeom>
          <a:gradFill rotWithShape="1">
            <a:gsLst>
              <a:gs pos="0">
                <a:srgbClr val="FF6FB5"/>
              </a:gs>
              <a:gs pos="100000">
                <a:srgbClr val="C77DFF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0" y="6451600"/>
            <a:ext cx="121920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114300" y="6515100"/>
            <a:ext cx="952500" cy="279400"/>
          </a:xfrm>
          <a:prstGeom prst="roundRect">
            <a:avLst>
              <a:gd name="adj" fmla="val 35000"/>
            </a:avLst>
          </a:prstGeom>
          <a:gradFill rotWithShape="1">
            <a:gsLst>
              <a:gs pos="0">
                <a:srgbClr val="FFFFFF"/>
              </a:gs>
              <a:gs pos="100000">
                <a:srgbClr val="FFDCEE"/>
              </a:gs>
            </a:gsLst>
            <a:lin scaled="0" ang="16200000"/>
          </a:gra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Isosceles Triangle 174"/>
          <p:cNvSpPr/>
          <p:nvPr/>
        </p:nvSpPr>
        <p:spPr>
          <a:xfrm rot="5400000">
            <a:off x="241300" y="6597650"/>
            <a:ext cx="114300" cy="114300"/>
          </a:xfrm>
          <a:prstGeom prst="triangle">
            <a:avLst/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419100" y="6515100"/>
            <a:ext cx="571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B2340"/>
                </a:solidFill>
                <a:latin typeface="Tahoma"/>
              </a:rPr>
              <a:t>start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181100" y="6515100"/>
            <a:ext cx="2540000" cy="279400"/>
          </a:xfrm>
          <a:prstGeom prst="roundRect">
            <a:avLst>
              <a:gd name="adj" fmla="val 30000"/>
            </a:avLst>
          </a:prstGeom>
          <a:solidFill>
            <a:srgbClr val="FFF1F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244600" y="65151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new_message</a:t>
            </a:r>
          </a:p>
        </p:txBody>
      </p:sp>
      <p:sp>
        <p:nvSpPr>
          <p:cNvPr id="179" name="Heart 178"/>
          <p:cNvSpPr/>
          <p:nvPr/>
        </p:nvSpPr>
        <p:spPr>
          <a:xfrm>
            <a:off x="9626600" y="6591300"/>
            <a:ext cx="152400" cy="139700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5-Point Star 179"/>
          <p:cNvSpPr/>
          <p:nvPr/>
        </p:nvSpPr>
        <p:spPr>
          <a:xfrm>
            <a:off x="9867900" y="6578600"/>
            <a:ext cx="165100" cy="1651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4-Point Star 180"/>
          <p:cNvSpPr/>
          <p:nvPr/>
        </p:nvSpPr>
        <p:spPr>
          <a:xfrm>
            <a:off x="10121900" y="6591300"/>
            <a:ext cx="139700" cy="139700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10172700" y="6515100"/>
            <a:ext cx="1905000" cy="279400"/>
          </a:xfrm>
          <a:prstGeom prst="roundRect">
            <a:avLst>
              <a:gd name="adj" fmla="val 30000"/>
            </a:avLst>
          </a:prstGeom>
          <a:solidFill>
            <a:srgbClr val="FFF1F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236200" y="6515100"/>
            <a:ext cx="177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2B2340"/>
                </a:solidFill>
                <a:latin typeface="Tahoma"/>
              </a:rPr>
              <a:t>10/10  ·  10:30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