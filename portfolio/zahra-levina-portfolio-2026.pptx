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27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png"/><Relationship Id="rId28" Type="http://schemas.openxmlformats.org/officeDocument/2006/relationships/image" Target="../media/image69.png"/><Relationship Id="rId29" Type="http://schemas.openxmlformats.org/officeDocument/2006/relationships/image" Target="../media/image7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27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52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18.png"/><Relationship Id="rId27" Type="http://schemas.openxmlformats.org/officeDocument/2006/relationships/image" Target="../media/image9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115.png"/><Relationship Id="rId24" Type="http://schemas.openxmlformats.org/officeDocument/2006/relationships/image" Target="../media/image116.png"/><Relationship Id="rId25" Type="http://schemas.openxmlformats.org/officeDocument/2006/relationships/image" Target="../media/image117.png"/><Relationship Id="rId26" Type="http://schemas.openxmlformats.org/officeDocument/2006/relationships/image" Target="../media/image118.png"/><Relationship Id="rId27" Type="http://schemas.openxmlformats.org/officeDocument/2006/relationships/image" Target="../media/image119.png"/><Relationship Id="rId28" Type="http://schemas.openxmlformats.org/officeDocument/2006/relationships/image" Target="../media/image120.png"/><Relationship Id="rId29" Type="http://schemas.openxmlformats.org/officeDocument/2006/relationships/image" Target="../media/image91.png"/><Relationship Id="rId30" Type="http://schemas.openxmlformats.org/officeDocument/2006/relationships/image" Target="../media/image68.png"/><Relationship Id="rId31" Type="http://schemas.openxmlformats.org/officeDocument/2006/relationships/image" Target="../media/image121.png"/><Relationship Id="rId32" Type="http://schemas.openxmlformats.org/officeDocument/2006/relationships/image" Target="../media/image1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Relationship Id="rId3" Type="http://schemas.openxmlformats.org/officeDocument/2006/relationships/image" Target="../media/image27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image" Target="../media/image142.png"/><Relationship Id="rId23" Type="http://schemas.openxmlformats.org/officeDocument/2006/relationships/image" Target="../media/image67.png"/><Relationship Id="rId24" Type="http://schemas.openxmlformats.org/officeDocument/2006/relationships/image" Target="../media/image1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Relationship Id="rId15" Type="http://schemas.openxmlformats.org/officeDocument/2006/relationships/image" Target="../media/image157.png"/><Relationship Id="rId16" Type="http://schemas.openxmlformats.org/officeDocument/2006/relationships/image" Target="../media/image158.png"/><Relationship Id="rId17" Type="http://schemas.openxmlformats.org/officeDocument/2006/relationships/image" Target="../media/image159.png"/><Relationship Id="rId18" Type="http://schemas.openxmlformats.org/officeDocument/2006/relationships/image" Target="../media/image160.png"/><Relationship Id="rId19" Type="http://schemas.openxmlformats.org/officeDocument/2006/relationships/image" Target="../media/image161.png"/><Relationship Id="rId20" Type="http://schemas.openxmlformats.org/officeDocument/2006/relationships/image" Target="../media/image162.png"/><Relationship Id="rId21" Type="http://schemas.openxmlformats.org/officeDocument/2006/relationships/image" Target="../media/image67.png"/><Relationship Id="rId22" Type="http://schemas.openxmlformats.org/officeDocument/2006/relationships/image" Target="../media/image163.png"/><Relationship Id="rId23" Type="http://schemas.openxmlformats.org/officeDocument/2006/relationships/image" Target="../media/image164.png"/><Relationship Id="rId24" Type="http://schemas.openxmlformats.org/officeDocument/2006/relationships/image" Target="../media/image16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Relationship Id="rId11" Type="http://schemas.openxmlformats.org/officeDocument/2006/relationships/image" Target="../media/image175.png"/><Relationship Id="rId12" Type="http://schemas.openxmlformats.org/officeDocument/2006/relationships/image" Target="../media/image176.png"/><Relationship Id="rId13" Type="http://schemas.openxmlformats.org/officeDocument/2006/relationships/image" Target="../media/image177.png"/><Relationship Id="rId14" Type="http://schemas.openxmlformats.org/officeDocument/2006/relationships/image" Target="../media/image178.png"/><Relationship Id="rId15" Type="http://schemas.openxmlformats.org/officeDocument/2006/relationships/image" Target="../media/image179.png"/><Relationship Id="rId16" Type="http://schemas.openxmlformats.org/officeDocument/2006/relationships/image" Target="../media/image121.png"/><Relationship Id="rId17" Type="http://schemas.openxmlformats.org/officeDocument/2006/relationships/image" Target="../media/image18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Relationship Id="rId3" Type="http://schemas.openxmlformats.org/officeDocument/2006/relationships/image" Target="../media/image27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27.png"/><Relationship Id="rId9" Type="http://schemas.openxmlformats.org/officeDocument/2006/relationships/image" Target="../media/image186.png"/><Relationship Id="rId10" Type="http://schemas.openxmlformats.org/officeDocument/2006/relationships/image" Target="../media/image187.png"/><Relationship Id="rId11" Type="http://schemas.openxmlformats.org/officeDocument/2006/relationships/image" Target="../media/image188.png"/><Relationship Id="rId12" Type="http://schemas.openxmlformats.org/officeDocument/2006/relationships/image" Target="../media/image189.png"/><Relationship Id="rId13" Type="http://schemas.openxmlformats.org/officeDocument/2006/relationships/image" Target="../media/image190.png"/><Relationship Id="rId14" Type="http://schemas.openxmlformats.org/officeDocument/2006/relationships/image" Target="../media/image191.png"/><Relationship Id="rId15" Type="http://schemas.openxmlformats.org/officeDocument/2006/relationships/image" Target="../media/image192.png"/><Relationship Id="rId16" Type="http://schemas.openxmlformats.org/officeDocument/2006/relationships/image" Target="../media/image193.png"/><Relationship Id="rId17" Type="http://schemas.openxmlformats.org/officeDocument/2006/relationships/image" Target="../media/image194.png"/><Relationship Id="rId18" Type="http://schemas.openxmlformats.org/officeDocument/2006/relationships/image" Target="../media/image195.png"/><Relationship Id="rId19" Type="http://schemas.openxmlformats.org/officeDocument/2006/relationships/image" Target="../media/image196.png"/><Relationship Id="rId20" Type="http://schemas.openxmlformats.org/officeDocument/2006/relationships/image" Target="../media/image197.png"/><Relationship Id="rId21" Type="http://schemas.openxmlformats.org/officeDocument/2006/relationships/image" Target="../media/image198.png"/><Relationship Id="rId22" Type="http://schemas.openxmlformats.org/officeDocument/2006/relationships/image" Target="../media/image199.png"/><Relationship Id="rId23" Type="http://schemas.openxmlformats.org/officeDocument/2006/relationships/image" Target="../media/image200.png"/><Relationship Id="rId24" Type="http://schemas.openxmlformats.org/officeDocument/2006/relationships/image" Target="../media/image201.png"/><Relationship Id="rId25" Type="http://schemas.openxmlformats.org/officeDocument/2006/relationships/image" Target="../media/image202.png"/><Relationship Id="rId26" Type="http://schemas.openxmlformats.org/officeDocument/2006/relationships/image" Target="../media/image203.png"/><Relationship Id="rId27" Type="http://schemas.openxmlformats.org/officeDocument/2006/relationships/image" Target="../media/image204.png"/><Relationship Id="rId28" Type="http://schemas.openxmlformats.org/officeDocument/2006/relationships/image" Target="../media/image205.png"/><Relationship Id="rId29" Type="http://schemas.openxmlformats.org/officeDocument/2006/relationships/image" Target="../media/image206.png"/><Relationship Id="rId30" Type="http://schemas.openxmlformats.org/officeDocument/2006/relationships/image" Target="../media/image207.png"/><Relationship Id="rId31" Type="http://schemas.openxmlformats.org/officeDocument/2006/relationships/image" Target="../media/image208.png"/><Relationship Id="rId32" Type="http://schemas.openxmlformats.org/officeDocument/2006/relationships/image" Target="../media/image209.png"/><Relationship Id="rId33" Type="http://schemas.openxmlformats.org/officeDocument/2006/relationships/image" Target="../media/image210.png"/><Relationship Id="rId34" Type="http://schemas.openxmlformats.org/officeDocument/2006/relationships/image" Target="../media/image211.png"/><Relationship Id="rId35" Type="http://schemas.openxmlformats.org/officeDocument/2006/relationships/image" Target="../media/image212.png"/><Relationship Id="rId36" Type="http://schemas.openxmlformats.org/officeDocument/2006/relationships/image" Target="../media/image213.png"/><Relationship Id="rId37" Type="http://schemas.openxmlformats.org/officeDocument/2006/relationships/image" Target="../media/image214.png"/><Relationship Id="rId38" Type="http://schemas.openxmlformats.org/officeDocument/2006/relationships/image" Target="../media/image18.png"/><Relationship Id="rId39" Type="http://schemas.openxmlformats.org/officeDocument/2006/relationships/image" Target="../media/image165.png"/><Relationship Id="rId40" Type="http://schemas.openxmlformats.org/officeDocument/2006/relationships/image" Target="../media/image215.png"/><Relationship Id="rId41" Type="http://schemas.openxmlformats.org/officeDocument/2006/relationships/image" Target="../media/image216.png"/><Relationship Id="rId42" Type="http://schemas.openxmlformats.org/officeDocument/2006/relationships/image" Target="../media/image6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Relationship Id="rId8" Type="http://schemas.openxmlformats.org/officeDocument/2006/relationships/image" Target="../media/image223.png"/><Relationship Id="rId9" Type="http://schemas.openxmlformats.org/officeDocument/2006/relationships/image" Target="../media/image224.png"/><Relationship Id="rId10" Type="http://schemas.openxmlformats.org/officeDocument/2006/relationships/image" Target="../media/image225.png"/><Relationship Id="rId11" Type="http://schemas.openxmlformats.org/officeDocument/2006/relationships/image" Target="../media/image226.png"/><Relationship Id="rId12" Type="http://schemas.openxmlformats.org/officeDocument/2006/relationships/image" Target="../media/image227.png"/><Relationship Id="rId13" Type="http://schemas.openxmlformats.org/officeDocument/2006/relationships/image" Target="../media/image228.png"/><Relationship Id="rId14" Type="http://schemas.openxmlformats.org/officeDocument/2006/relationships/image" Target="../media/image229.png"/><Relationship Id="rId15" Type="http://schemas.openxmlformats.org/officeDocument/2006/relationships/image" Target="../media/image230.png"/><Relationship Id="rId16" Type="http://schemas.openxmlformats.org/officeDocument/2006/relationships/image" Target="../media/image231.png"/><Relationship Id="rId17" Type="http://schemas.openxmlformats.org/officeDocument/2006/relationships/image" Target="../media/image232.png"/><Relationship Id="rId18" Type="http://schemas.openxmlformats.org/officeDocument/2006/relationships/image" Target="../media/image180.png"/><Relationship Id="rId19" Type="http://schemas.openxmlformats.org/officeDocument/2006/relationships/image" Target="../media/image233.png"/><Relationship Id="rId20" Type="http://schemas.openxmlformats.org/officeDocument/2006/relationships/image" Target="../media/image121.png"/><Relationship Id="rId21" Type="http://schemas.openxmlformats.org/officeDocument/2006/relationships/image" Target="../media/image19.png"/><Relationship Id="rId22" Type="http://schemas.openxmlformats.org/officeDocument/2006/relationships/image" Target="../media/image234.png"/><Relationship Id="rId23" Type="http://schemas.openxmlformats.org/officeDocument/2006/relationships/image" Target="../media/image235.png"/><Relationship Id="rId24" Type="http://schemas.openxmlformats.org/officeDocument/2006/relationships/image" Target="../media/image236.png"/><Relationship Id="rId25" Type="http://schemas.openxmlformats.org/officeDocument/2006/relationships/image" Target="../media/image2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abel_a9385a0b5b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617" y="1117600"/>
            <a:ext cx="3170767" cy="245533"/>
          </a:xfrm>
          <a:prstGeom prst="rect">
            <a:avLst/>
          </a:prstGeom>
        </p:spPr>
      </p:pic>
      <p:pic>
        <p:nvPicPr>
          <p:cNvPr id="4" name="Picture 3" descr="rule_76b916d64b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0" y="1409700"/>
            <a:ext cx="1778000" cy="8467"/>
          </a:xfrm>
          <a:prstGeom prst="rect">
            <a:avLst/>
          </a:prstGeom>
        </p:spPr>
      </p:pic>
      <p:pic>
        <p:nvPicPr>
          <p:cNvPr id="5" name="Picture 4" descr="label_72b618105a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983" y="1549400"/>
            <a:ext cx="4754033" cy="198967"/>
          </a:xfrm>
          <a:prstGeom prst="rect">
            <a:avLst/>
          </a:prstGeom>
        </p:spPr>
      </p:pic>
      <p:pic>
        <p:nvPicPr>
          <p:cNvPr id="6" name="Picture 5" descr="gemframe_d83b5e0ad2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5600" y="1790700"/>
            <a:ext cx="3860800" cy="314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62967" y="1888067"/>
            <a:ext cx="3666067" cy="29548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8" name="Picture 7" descr="wordmark_e315105f04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4850" y="3822700"/>
            <a:ext cx="3162300" cy="1502833"/>
          </a:xfrm>
          <a:prstGeom prst="rect">
            <a:avLst/>
          </a:prstGeom>
        </p:spPr>
      </p:pic>
      <p:pic>
        <p:nvPicPr>
          <p:cNvPr id="9" name="Picture 8" descr="label_eadf3cec023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900" y="5194300"/>
            <a:ext cx="2870200" cy="334433"/>
          </a:xfrm>
          <a:prstGeom prst="rect">
            <a:avLst/>
          </a:prstGeom>
        </p:spPr>
      </p:pic>
      <p:pic>
        <p:nvPicPr>
          <p:cNvPr id="10" name="Picture 9" descr="contact_00ae6a68f3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133" y="5689600"/>
            <a:ext cx="2353733" cy="173567"/>
          </a:xfrm>
          <a:prstGeom prst="rect">
            <a:avLst/>
          </a:prstGeom>
        </p:spPr>
      </p:pic>
      <p:pic>
        <p:nvPicPr>
          <p:cNvPr id="11" name="Picture 10" descr="butterfly_040aff37231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4867" y="1849967"/>
            <a:ext cx="1202267" cy="1202267"/>
          </a:xfrm>
          <a:prstGeom prst="rect">
            <a:avLst/>
          </a:prstGeom>
        </p:spPr>
      </p:pic>
      <p:pic>
        <p:nvPicPr>
          <p:cNvPr id="12" name="Picture 11" descr="butterfly_fbb4a53d2b2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3533" y="1782233"/>
            <a:ext cx="804333" cy="804333"/>
          </a:xfrm>
          <a:prstGeom prst="rect">
            <a:avLst/>
          </a:prstGeom>
        </p:spPr>
      </p:pic>
      <p:pic>
        <p:nvPicPr>
          <p:cNvPr id="13" name="Picture 12" descr="butterfly_0e2a28adca5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0333" y="4804833"/>
            <a:ext cx="550333" cy="550333"/>
          </a:xfrm>
          <a:prstGeom prst="rect">
            <a:avLst/>
          </a:prstGeom>
        </p:spPr>
      </p:pic>
      <p:pic>
        <p:nvPicPr>
          <p:cNvPr id="14" name="Picture 13" descr="gem_b90d6794322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2383" y="1356783"/>
            <a:ext cx="613833" cy="613833"/>
          </a:xfrm>
          <a:prstGeom prst="rect">
            <a:avLst/>
          </a:prstGeom>
        </p:spPr>
      </p:pic>
      <p:pic>
        <p:nvPicPr>
          <p:cNvPr id="15" name="Picture 14" descr="gem_aa55f90ad86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3733" y="3395133"/>
            <a:ext cx="474133" cy="474133"/>
          </a:xfrm>
          <a:prstGeom prst="rect">
            <a:avLst/>
          </a:prstGeom>
        </p:spPr>
      </p:pic>
      <p:pic>
        <p:nvPicPr>
          <p:cNvPr id="16" name="Picture 15" descr="gem_bed1ec77b6d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500" y="3340100"/>
            <a:ext cx="431800" cy="431800"/>
          </a:xfrm>
          <a:prstGeom prst="rect">
            <a:avLst/>
          </a:prstGeom>
        </p:spPr>
      </p:pic>
      <p:pic>
        <p:nvPicPr>
          <p:cNvPr id="17" name="Picture 16" descr="gem_c176c9ccb58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1467" y="4821767"/>
            <a:ext cx="389467" cy="389467"/>
          </a:xfrm>
          <a:prstGeom prst="rect">
            <a:avLst/>
          </a:prstGeom>
        </p:spPr>
      </p:pic>
      <p:pic>
        <p:nvPicPr>
          <p:cNvPr id="18" name="Picture 17" descr="gem_dc47d43859c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4200" y="4533900"/>
            <a:ext cx="355600" cy="355600"/>
          </a:xfrm>
          <a:prstGeom prst="rect">
            <a:avLst/>
          </a:prstGeom>
        </p:spPr>
      </p:pic>
      <p:pic>
        <p:nvPicPr>
          <p:cNvPr id="19" name="Picture 18" descr="sparkle_d3de637e90d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31533" y="2976033"/>
            <a:ext cx="1109133" cy="1109133"/>
          </a:xfrm>
          <a:prstGeom prst="rect">
            <a:avLst/>
          </a:prstGeom>
        </p:spPr>
      </p:pic>
      <p:pic>
        <p:nvPicPr>
          <p:cNvPr id="20" name="Picture 19" descr="sparkle_e65d03a3332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24900" y="2552700"/>
            <a:ext cx="863600" cy="863600"/>
          </a:xfrm>
          <a:prstGeom prst="rect">
            <a:avLst/>
          </a:prstGeom>
        </p:spPr>
      </p:pic>
      <p:pic>
        <p:nvPicPr>
          <p:cNvPr id="21" name="Picture 20" descr="sparkle_f6f59fe138e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31167" y="1405467"/>
            <a:ext cx="668867" cy="668867"/>
          </a:xfrm>
          <a:prstGeom prst="rect">
            <a:avLst/>
          </a:prstGeom>
        </p:spPr>
      </p:pic>
      <p:pic>
        <p:nvPicPr>
          <p:cNvPr id="22" name="Picture 21" descr="pearls_44846e80e5e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5567" y="3246967"/>
            <a:ext cx="1938867" cy="618067"/>
          </a:xfrm>
          <a:prstGeom prst="rect">
            <a:avLst/>
          </a:prstGeom>
        </p:spPr>
      </p:pic>
      <p:pic>
        <p:nvPicPr>
          <p:cNvPr id="23" name="Picture 22" descr="pearls_7ffe36cb9665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17567" y="3310467"/>
            <a:ext cx="1938867" cy="618067"/>
          </a:xfrm>
          <a:prstGeom prst="rect">
            <a:avLst/>
          </a:prstGeom>
        </p:spPr>
      </p:pic>
      <p:pic>
        <p:nvPicPr>
          <p:cNvPr id="24" name="Picture 23" descr="object_73e41a2a8fd7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36700" y="1536700"/>
            <a:ext cx="965200" cy="965200"/>
          </a:xfrm>
          <a:prstGeom prst="rect">
            <a:avLst/>
          </a:prstGeom>
        </p:spPr>
      </p:pic>
      <p:pic>
        <p:nvPicPr>
          <p:cNvPr id="25" name="Picture 24" descr="object_ba644f1fe9b7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17617" y="1217083"/>
            <a:ext cx="986367" cy="1375833"/>
          </a:xfrm>
          <a:prstGeom prst="rect">
            <a:avLst/>
          </a:prstGeom>
        </p:spPr>
      </p:pic>
      <p:pic>
        <p:nvPicPr>
          <p:cNvPr id="26" name="Picture 25" descr="object_89c376d9c74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02833" y="4821767"/>
            <a:ext cx="880533" cy="795867"/>
          </a:xfrm>
          <a:prstGeom prst="rect">
            <a:avLst/>
          </a:prstGeom>
        </p:spPr>
      </p:pic>
      <p:pic>
        <p:nvPicPr>
          <p:cNvPr id="27" name="Picture 26" descr="object_f55646fa61a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91183" y="4709583"/>
            <a:ext cx="867833" cy="11218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3700"/>
            <a:ext cx="10972800" cy="8467"/>
          </a:xfrm>
          <a:prstGeom prst="rect">
            <a:avLst/>
          </a:prstGeom>
        </p:spPr>
      </p:pic>
      <p:pic>
        <p:nvPicPr>
          <p:cNvPr id="4" name="Picture 3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64300"/>
            <a:ext cx="10972800" cy="8467"/>
          </a:xfrm>
          <a:prstGeom prst="rect">
            <a:avLst/>
          </a:prstGeom>
        </p:spPr>
      </p:pic>
      <p:pic>
        <p:nvPicPr>
          <p:cNvPr id="5" name="Picture 4" descr="label_f5ca66d9a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0500"/>
            <a:ext cx="563033" cy="190500"/>
          </a:xfrm>
          <a:prstGeom prst="rect">
            <a:avLst/>
          </a:prstGeom>
        </p:spPr>
      </p:pic>
      <p:pic>
        <p:nvPicPr>
          <p:cNvPr id="6" name="Picture 5" descr="label_777362ca6c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190500"/>
            <a:ext cx="249767" cy="169333"/>
          </a:xfrm>
          <a:prstGeom prst="rect">
            <a:avLst/>
          </a:prstGeom>
        </p:spPr>
      </p:pic>
      <p:pic>
        <p:nvPicPr>
          <p:cNvPr id="7" name="Picture 6" descr="label_2123e4957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1066800"/>
            <a:ext cx="1735667" cy="444500"/>
          </a:xfrm>
          <a:prstGeom prst="rect">
            <a:avLst/>
          </a:prstGeom>
        </p:spPr>
      </p:pic>
      <p:pic>
        <p:nvPicPr>
          <p:cNvPr id="8" name="Picture 7" descr="script_1f4aaa77e1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1498600"/>
            <a:ext cx="2247900" cy="1011767"/>
          </a:xfrm>
          <a:prstGeom prst="rect">
            <a:avLst/>
          </a:prstGeom>
        </p:spPr>
      </p:pic>
      <p:pic>
        <p:nvPicPr>
          <p:cNvPr id="9" name="Picture 8" descr="rule_d1656aa644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2730500"/>
            <a:ext cx="3937000" cy="8467"/>
          </a:xfrm>
          <a:prstGeom prst="rect">
            <a:avLst/>
          </a:prstGeom>
        </p:spPr>
      </p:pic>
      <p:pic>
        <p:nvPicPr>
          <p:cNvPr id="10" name="Picture 9" descr="label_90ea769dba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" y="2895600"/>
            <a:ext cx="2650067" cy="1989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9000" y="3225800"/>
            <a:ext cx="55245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>
                <a:solidFill>
                  <a:srgbClr val="100A16"/>
                </a:solidFill>
                <a:latin typeface="Trebuchet MS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>
                <a:solidFill>
                  <a:srgbClr val="100A16"/>
                </a:solidFill>
                <a:latin typeface="Trebuchet MS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>
                <a:solidFill>
                  <a:srgbClr val="100A16"/>
                </a:solidFill>
                <a:latin typeface="Trebuchet MS"/>
              </a:rPr>
              <a:t>I enjoy turning ideas into clear, engaging, and purposeful creative work.</a:t>
            </a:r>
          </a:p>
        </p:txBody>
      </p:sp>
      <p:pic>
        <p:nvPicPr>
          <p:cNvPr id="12" name="Picture 11" descr="gemframe_22229503c35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0" y="1143000"/>
            <a:ext cx="3556000" cy="444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00900" y="1231900"/>
            <a:ext cx="3378200" cy="42672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14" name="Picture 13" descr="caption_bec038d0285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433" y="5689600"/>
            <a:ext cx="855133" cy="169333"/>
          </a:xfrm>
          <a:prstGeom prst="rect">
            <a:avLst/>
          </a:prstGeom>
        </p:spPr>
      </p:pic>
      <p:pic>
        <p:nvPicPr>
          <p:cNvPr id="15" name="Picture 14" descr="pearls_7aadaa30f62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3500" y="863600"/>
            <a:ext cx="2413000" cy="304800"/>
          </a:xfrm>
          <a:prstGeom prst="rect">
            <a:avLst/>
          </a:prstGeom>
        </p:spPr>
      </p:pic>
      <p:pic>
        <p:nvPicPr>
          <p:cNvPr id="16" name="Picture 15" descr="butterfly_37a26ff91a6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219200"/>
            <a:ext cx="965200" cy="965200"/>
          </a:xfrm>
          <a:prstGeom prst="rect">
            <a:avLst/>
          </a:prstGeom>
        </p:spPr>
      </p:pic>
      <p:pic>
        <p:nvPicPr>
          <p:cNvPr id="17" name="Picture 16" descr="butterfly_9f61d258ffa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8733" y="4715933"/>
            <a:ext cx="550333" cy="550333"/>
          </a:xfrm>
          <a:prstGeom prst="rect">
            <a:avLst/>
          </a:prstGeom>
        </p:spPr>
      </p:pic>
      <p:pic>
        <p:nvPicPr>
          <p:cNvPr id="18" name="Picture 17" descr="gem_0f185832c4f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17200" y="1257300"/>
            <a:ext cx="431800" cy="431800"/>
          </a:xfrm>
          <a:prstGeom prst="rect">
            <a:avLst/>
          </a:prstGeom>
        </p:spPr>
      </p:pic>
      <p:pic>
        <p:nvPicPr>
          <p:cNvPr id="19" name="Picture 18" descr="gem_d0e057bcae2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0783" y="4506383"/>
            <a:ext cx="334433" cy="334433"/>
          </a:xfrm>
          <a:prstGeom prst="rect">
            <a:avLst/>
          </a:prstGeom>
        </p:spPr>
      </p:pic>
      <p:pic>
        <p:nvPicPr>
          <p:cNvPr id="20" name="Picture 19" descr="sparkle_2dfc07d6134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2844800"/>
            <a:ext cx="914400" cy="914400"/>
          </a:xfrm>
          <a:prstGeom prst="rect">
            <a:avLst/>
          </a:prstGeom>
        </p:spPr>
      </p:pic>
      <p:pic>
        <p:nvPicPr>
          <p:cNvPr id="21" name="Picture 20" descr="object_a2cf894ce74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4650" y="5257800"/>
            <a:ext cx="673100" cy="660400"/>
          </a:xfrm>
          <a:prstGeom prst="rect">
            <a:avLst/>
          </a:prstGeom>
        </p:spPr>
      </p:pic>
      <p:pic>
        <p:nvPicPr>
          <p:cNvPr id="22" name="Picture 21" descr="filelabel_80096495158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9000" y="6210300"/>
            <a:ext cx="1075267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3700"/>
            <a:ext cx="10972800" cy="8467"/>
          </a:xfrm>
          <a:prstGeom prst="rect">
            <a:avLst/>
          </a:prstGeom>
        </p:spPr>
      </p:pic>
      <p:pic>
        <p:nvPicPr>
          <p:cNvPr id="4" name="Picture 3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64300"/>
            <a:ext cx="10972800" cy="8467"/>
          </a:xfrm>
          <a:prstGeom prst="rect">
            <a:avLst/>
          </a:prstGeom>
        </p:spPr>
      </p:pic>
      <p:pic>
        <p:nvPicPr>
          <p:cNvPr id="5" name="Picture 4" descr="label_88156c8da2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0500"/>
            <a:ext cx="825500" cy="190500"/>
          </a:xfrm>
          <a:prstGeom prst="rect">
            <a:avLst/>
          </a:prstGeom>
        </p:spPr>
      </p:pic>
      <p:pic>
        <p:nvPicPr>
          <p:cNvPr id="6" name="Picture 5" descr="label_22f0ad2481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190500"/>
            <a:ext cx="245533" cy="177800"/>
          </a:xfrm>
          <a:prstGeom prst="rect">
            <a:avLst/>
          </a:prstGeom>
        </p:spPr>
      </p:pic>
      <p:pic>
        <p:nvPicPr>
          <p:cNvPr id="7" name="Picture 6" descr="label_0eda189cc1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863600"/>
            <a:ext cx="3259667" cy="474133"/>
          </a:xfrm>
          <a:prstGeom prst="rect">
            <a:avLst/>
          </a:prstGeom>
        </p:spPr>
      </p:pic>
      <p:pic>
        <p:nvPicPr>
          <p:cNvPr id="8" name="Picture 7" descr="rule_33e8faa76e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701800"/>
            <a:ext cx="6858000" cy="8467"/>
          </a:xfrm>
          <a:prstGeom prst="rect">
            <a:avLst/>
          </a:prstGeom>
        </p:spPr>
      </p:pic>
      <p:pic>
        <p:nvPicPr>
          <p:cNvPr id="9" name="Picture 8" descr="label_1f4f863f53b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854200"/>
            <a:ext cx="1545167" cy="198967"/>
          </a:xfrm>
          <a:prstGeom prst="rect">
            <a:avLst/>
          </a:prstGeom>
        </p:spPr>
      </p:pic>
      <p:pic>
        <p:nvPicPr>
          <p:cNvPr id="10" name="Picture 9" descr="numeral_0e0e2a025e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00" y="2273300"/>
            <a:ext cx="770467" cy="660400"/>
          </a:xfrm>
          <a:prstGeom prst="rect">
            <a:avLst/>
          </a:prstGeom>
        </p:spPr>
      </p:pic>
      <p:pic>
        <p:nvPicPr>
          <p:cNvPr id="11" name="Picture 10" descr="label_091814cafd5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600" y="2400300"/>
            <a:ext cx="2802467" cy="237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92300" y="2692400"/>
            <a:ext cx="558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Content creation · social media · copywriting</a:t>
            </a:r>
          </a:p>
        </p:txBody>
      </p:sp>
      <p:pic>
        <p:nvPicPr>
          <p:cNvPr id="13" name="Picture 12" descr="gem_7939358e18d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1367" y="2408767"/>
            <a:ext cx="237067" cy="237067"/>
          </a:xfrm>
          <a:prstGeom prst="rect">
            <a:avLst/>
          </a:prstGeom>
        </p:spPr>
      </p:pic>
      <p:pic>
        <p:nvPicPr>
          <p:cNvPr id="14" name="Picture 13" descr="rule_60a15b4ff6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000" y="3098800"/>
            <a:ext cx="6858000" cy="8467"/>
          </a:xfrm>
          <a:prstGeom prst="rect">
            <a:avLst/>
          </a:prstGeom>
        </p:spPr>
      </p:pic>
      <p:pic>
        <p:nvPicPr>
          <p:cNvPr id="15" name="Picture 14" descr="numeral_0e0831f0271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" y="3276600"/>
            <a:ext cx="817033" cy="660400"/>
          </a:xfrm>
          <a:prstGeom prst="rect">
            <a:avLst/>
          </a:prstGeom>
        </p:spPr>
      </p:pic>
      <p:pic>
        <p:nvPicPr>
          <p:cNvPr id="16" name="Picture 15" descr="label_0c7e9f1676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9600" y="3403600"/>
            <a:ext cx="2150533" cy="237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92300" y="3695700"/>
            <a:ext cx="558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Graphic design · visual communication · campaign materials</a:t>
            </a:r>
          </a:p>
        </p:txBody>
      </p:sp>
      <p:pic>
        <p:nvPicPr>
          <p:cNvPr id="18" name="Picture 17" descr="gem_7939358e18d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1367" y="3412067"/>
            <a:ext cx="237067" cy="237067"/>
          </a:xfrm>
          <a:prstGeom prst="rect">
            <a:avLst/>
          </a:prstGeom>
        </p:spPr>
      </p:pic>
      <p:pic>
        <p:nvPicPr>
          <p:cNvPr id="19" name="Picture 18" descr="rule_60a15b4ff6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000" y="4102100"/>
            <a:ext cx="6858000" cy="8467"/>
          </a:xfrm>
          <a:prstGeom prst="rect">
            <a:avLst/>
          </a:prstGeom>
        </p:spPr>
      </p:pic>
      <p:pic>
        <p:nvPicPr>
          <p:cNvPr id="20" name="Picture 19" descr="numeral_6080bc8b4b0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700" y="4279900"/>
            <a:ext cx="804333" cy="660400"/>
          </a:xfrm>
          <a:prstGeom prst="rect">
            <a:avLst/>
          </a:prstGeom>
        </p:spPr>
      </p:pic>
      <p:pic>
        <p:nvPicPr>
          <p:cNvPr id="21" name="Picture 20" descr="label_3c391dae977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79600" y="4406900"/>
            <a:ext cx="2336800" cy="237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92300" y="4699000"/>
            <a:ext cx="558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Campaign development · event management · brand partnerships</a:t>
            </a:r>
          </a:p>
        </p:txBody>
      </p:sp>
      <p:pic>
        <p:nvPicPr>
          <p:cNvPr id="23" name="Picture 22" descr="gem_7939358e18d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1367" y="4415367"/>
            <a:ext cx="237067" cy="237067"/>
          </a:xfrm>
          <a:prstGeom prst="rect">
            <a:avLst/>
          </a:prstGeom>
        </p:spPr>
      </p:pic>
      <p:pic>
        <p:nvPicPr>
          <p:cNvPr id="24" name="Picture 23" descr="rule_60a15b4ff64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000" y="5105400"/>
            <a:ext cx="6858000" cy="8467"/>
          </a:xfrm>
          <a:prstGeom prst="rect">
            <a:avLst/>
          </a:prstGeom>
        </p:spPr>
      </p:pic>
      <p:pic>
        <p:nvPicPr>
          <p:cNvPr id="25" name="Picture 24" descr="numeral_aff89a6f870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1700" y="5283200"/>
            <a:ext cx="833967" cy="660400"/>
          </a:xfrm>
          <a:prstGeom prst="rect">
            <a:avLst/>
          </a:prstGeom>
        </p:spPr>
      </p:pic>
      <p:pic>
        <p:nvPicPr>
          <p:cNvPr id="26" name="Picture 25" descr="label_0ff915e090c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79600" y="5410200"/>
            <a:ext cx="1786467" cy="2370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92300" y="5702300"/>
            <a:ext cx="558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Community engagement · collaboration · project coordination</a:t>
            </a:r>
          </a:p>
        </p:txBody>
      </p:sp>
      <p:pic>
        <p:nvPicPr>
          <p:cNvPr id="28" name="Picture 27" descr="gem_7939358e18d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1367" y="5418667"/>
            <a:ext cx="237067" cy="237067"/>
          </a:xfrm>
          <a:prstGeom prst="rect">
            <a:avLst/>
          </a:prstGeom>
        </p:spPr>
      </p:pic>
      <p:pic>
        <p:nvPicPr>
          <p:cNvPr id="29" name="Picture 28" descr="gemheart_f7157b93f91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94750" y="1587500"/>
            <a:ext cx="1460500" cy="1341967"/>
          </a:xfrm>
          <a:prstGeom prst="rect">
            <a:avLst/>
          </a:prstGeom>
        </p:spPr>
      </p:pic>
      <p:pic>
        <p:nvPicPr>
          <p:cNvPr id="30" name="Picture 29" descr="butterfly_c262f84cc3a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69767" y="3297767"/>
            <a:ext cx="1024467" cy="1024467"/>
          </a:xfrm>
          <a:prstGeom prst="rect">
            <a:avLst/>
          </a:prstGeom>
        </p:spPr>
      </p:pic>
      <p:pic>
        <p:nvPicPr>
          <p:cNvPr id="31" name="Picture 30" descr="butterfly_a375a0d4c34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25617" y="4104217"/>
            <a:ext cx="681567" cy="681567"/>
          </a:xfrm>
          <a:prstGeom prst="rect">
            <a:avLst/>
          </a:prstGeom>
        </p:spPr>
      </p:pic>
      <p:pic>
        <p:nvPicPr>
          <p:cNvPr id="32" name="Picture 31" descr="pearls_8cd81fd3fff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9000" y="4972050"/>
            <a:ext cx="2032000" cy="342900"/>
          </a:xfrm>
          <a:prstGeom prst="rect">
            <a:avLst/>
          </a:prstGeom>
        </p:spPr>
      </p:pic>
      <p:pic>
        <p:nvPicPr>
          <p:cNvPr id="33" name="Picture 32" descr="gem_2db57671b87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39100" y="1701800"/>
            <a:ext cx="431800" cy="431800"/>
          </a:xfrm>
          <a:prstGeom prst="rect">
            <a:avLst/>
          </a:prstGeom>
        </p:spPr>
      </p:pic>
      <p:pic>
        <p:nvPicPr>
          <p:cNvPr id="34" name="Picture 33" descr="gem_51877a1e8b1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93400" y="2362200"/>
            <a:ext cx="355600" cy="355600"/>
          </a:xfrm>
          <a:prstGeom prst="rect">
            <a:avLst/>
          </a:prstGeom>
        </p:spPr>
      </p:pic>
      <p:pic>
        <p:nvPicPr>
          <p:cNvPr id="35" name="Picture 34" descr="sparkle_6b48c619f71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37233" y="639233"/>
            <a:ext cx="1007533" cy="1007533"/>
          </a:xfrm>
          <a:prstGeom prst="rect">
            <a:avLst/>
          </a:prstGeom>
        </p:spPr>
      </p:pic>
      <p:pic>
        <p:nvPicPr>
          <p:cNvPr id="36" name="Picture 35" descr="sparkle_a5da9e4f7def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18967" y="2561167"/>
            <a:ext cx="719667" cy="719667"/>
          </a:xfrm>
          <a:prstGeom prst="rect">
            <a:avLst/>
          </a:prstGeom>
        </p:spPr>
      </p:pic>
      <p:pic>
        <p:nvPicPr>
          <p:cNvPr id="37" name="Picture 36" descr="gem_aef3562da9ef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43950" y="5543550"/>
            <a:ext cx="292100" cy="292100"/>
          </a:xfrm>
          <a:prstGeom prst="rect">
            <a:avLst/>
          </a:prstGeom>
        </p:spPr>
      </p:pic>
      <p:pic>
        <p:nvPicPr>
          <p:cNvPr id="38" name="Picture 37" descr="gem_cab4af57192a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35117" y="5640917"/>
            <a:ext cx="249767" cy="249767"/>
          </a:xfrm>
          <a:prstGeom prst="rect">
            <a:avLst/>
          </a:prstGeom>
        </p:spPr>
      </p:pic>
      <p:pic>
        <p:nvPicPr>
          <p:cNvPr id="39" name="Picture 38" descr="sparkle_3938ec68e00c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211733" y="5274733"/>
            <a:ext cx="626533" cy="626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3700"/>
            <a:ext cx="10972800" cy="8467"/>
          </a:xfrm>
          <a:prstGeom prst="rect">
            <a:avLst/>
          </a:prstGeom>
        </p:spPr>
      </p:pic>
      <p:pic>
        <p:nvPicPr>
          <p:cNvPr id="4" name="Picture 3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64300"/>
            <a:ext cx="10972800" cy="8467"/>
          </a:xfrm>
          <a:prstGeom prst="rect">
            <a:avLst/>
          </a:prstGeom>
        </p:spPr>
      </p:pic>
      <p:pic>
        <p:nvPicPr>
          <p:cNvPr id="5" name="Picture 4" descr="label_c95b06aff2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0500"/>
            <a:ext cx="1011767" cy="190500"/>
          </a:xfrm>
          <a:prstGeom prst="rect">
            <a:avLst/>
          </a:prstGeom>
        </p:spPr>
      </p:pic>
      <p:pic>
        <p:nvPicPr>
          <p:cNvPr id="6" name="Picture 5" descr="label_1de56d44b1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190500"/>
            <a:ext cx="249767" cy="177800"/>
          </a:xfrm>
          <a:prstGeom prst="rect">
            <a:avLst/>
          </a:prstGeom>
        </p:spPr>
      </p:pic>
      <p:pic>
        <p:nvPicPr>
          <p:cNvPr id="7" name="Picture 6" descr="label_218d4490e8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800100"/>
            <a:ext cx="4106333" cy="410633"/>
          </a:xfrm>
          <a:prstGeom prst="rect">
            <a:avLst/>
          </a:prstGeom>
        </p:spPr>
      </p:pic>
      <p:pic>
        <p:nvPicPr>
          <p:cNvPr id="8" name="Picture 7" descr="window_a18eb83cd7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1587500"/>
            <a:ext cx="9728200" cy="4648200"/>
          </a:xfrm>
          <a:prstGeom prst="rect">
            <a:avLst/>
          </a:prstGeom>
        </p:spPr>
      </p:pic>
      <p:pic>
        <p:nvPicPr>
          <p:cNvPr id="9" name="Picture 8" descr="gem_7939358e18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967" y="2281767"/>
            <a:ext cx="237067" cy="237067"/>
          </a:xfrm>
          <a:prstGeom prst="rect">
            <a:avLst/>
          </a:prstGeom>
        </p:spPr>
      </p:pic>
      <p:pic>
        <p:nvPicPr>
          <p:cNvPr id="10" name="Picture 9" descr="label_198f6ca77d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2273300"/>
            <a:ext cx="1519767" cy="232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3900" y="25527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A6478"/>
                </a:solidFill>
                <a:latin typeface="Trebuchet MS"/>
              </a:rPr>
              <a:t>Co-Founder · Creative &amp; Marketing</a:t>
            </a:r>
          </a:p>
        </p:txBody>
      </p:sp>
      <p:pic>
        <p:nvPicPr>
          <p:cNvPr id="12" name="Picture 11" descr="rownum_76d1f912f53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6700" y="2311400"/>
            <a:ext cx="296333" cy="198967"/>
          </a:xfrm>
          <a:prstGeom prst="rect">
            <a:avLst/>
          </a:prstGeom>
        </p:spPr>
      </p:pic>
      <p:pic>
        <p:nvPicPr>
          <p:cNvPr id="13" name="Picture 12" descr="rule_89b87d563d4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800" y="2857500"/>
            <a:ext cx="8763000" cy="8467"/>
          </a:xfrm>
          <a:prstGeom prst="rect">
            <a:avLst/>
          </a:prstGeom>
        </p:spPr>
      </p:pic>
      <p:pic>
        <p:nvPicPr>
          <p:cNvPr id="14" name="Picture 13" descr="gem_8bbad0ac2a3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5967" y="3081867"/>
            <a:ext cx="237067" cy="237067"/>
          </a:xfrm>
          <a:prstGeom prst="rect">
            <a:avLst/>
          </a:prstGeom>
        </p:spPr>
      </p:pic>
      <p:pic>
        <p:nvPicPr>
          <p:cNvPr id="15" name="Picture 14" descr="label_34d97a107ea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3073400"/>
            <a:ext cx="2857500" cy="2328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93900" y="33528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A6478"/>
                </a:solidFill>
                <a:latin typeface="Trebuchet MS"/>
              </a:rPr>
              <a:t>Intern · Administration &amp; Partnership Support</a:t>
            </a:r>
          </a:p>
        </p:txBody>
      </p:sp>
      <p:pic>
        <p:nvPicPr>
          <p:cNvPr id="17" name="Picture 16" descr="rownum_a70baf6e376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26700" y="3111500"/>
            <a:ext cx="300567" cy="198967"/>
          </a:xfrm>
          <a:prstGeom prst="rect">
            <a:avLst/>
          </a:prstGeom>
        </p:spPr>
      </p:pic>
      <p:pic>
        <p:nvPicPr>
          <p:cNvPr id="18" name="Picture 17" descr="rule_89b87d563d4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800" y="3657600"/>
            <a:ext cx="8763000" cy="8467"/>
          </a:xfrm>
          <a:prstGeom prst="rect">
            <a:avLst/>
          </a:prstGeom>
        </p:spPr>
      </p:pic>
      <p:pic>
        <p:nvPicPr>
          <p:cNvPr id="19" name="Picture 18" descr="gem_7939358e18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967" y="3881967"/>
            <a:ext cx="237067" cy="237067"/>
          </a:xfrm>
          <a:prstGeom prst="rect">
            <a:avLst/>
          </a:prstGeom>
        </p:spPr>
      </p:pic>
      <p:pic>
        <p:nvPicPr>
          <p:cNvPr id="20" name="Picture 19" descr="label_d1d669e97e8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1200" y="3873500"/>
            <a:ext cx="1663700" cy="23283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93900" y="41529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A6478"/>
                </a:solidFill>
                <a:latin typeface="Trebuchet MS"/>
              </a:rPr>
              <a:t>Research Assistant</a:t>
            </a:r>
          </a:p>
        </p:txBody>
      </p:sp>
      <p:pic>
        <p:nvPicPr>
          <p:cNvPr id="22" name="Picture 21" descr="rownum_3e00d275145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6700" y="3911600"/>
            <a:ext cx="292100" cy="215900"/>
          </a:xfrm>
          <a:prstGeom prst="rect">
            <a:avLst/>
          </a:prstGeom>
        </p:spPr>
      </p:pic>
      <p:pic>
        <p:nvPicPr>
          <p:cNvPr id="23" name="Picture 22" descr="rule_89b87d563d4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800" y="4457700"/>
            <a:ext cx="8763000" cy="8467"/>
          </a:xfrm>
          <a:prstGeom prst="rect">
            <a:avLst/>
          </a:prstGeom>
        </p:spPr>
      </p:pic>
      <p:pic>
        <p:nvPicPr>
          <p:cNvPr id="24" name="Picture 23" descr="gem_8bbad0ac2a3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5967" y="4682067"/>
            <a:ext cx="237067" cy="237067"/>
          </a:xfrm>
          <a:prstGeom prst="rect">
            <a:avLst/>
          </a:prstGeom>
        </p:spPr>
      </p:pic>
      <p:pic>
        <p:nvPicPr>
          <p:cNvPr id="25" name="Picture 24" descr="label_f5111747b6b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1200" y="4673600"/>
            <a:ext cx="2341033" cy="2328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93900" y="49530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A6478"/>
                </a:solidFill>
                <a:latin typeface="Trebuchet MS"/>
              </a:rPr>
              <a:t>Intern · Agriculture &amp; Content Creation</a:t>
            </a:r>
          </a:p>
        </p:txBody>
      </p:sp>
      <p:pic>
        <p:nvPicPr>
          <p:cNvPr id="27" name="Picture 26" descr="rownum_81ef2c39da8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26700" y="4711700"/>
            <a:ext cx="300567" cy="215900"/>
          </a:xfrm>
          <a:prstGeom prst="rect">
            <a:avLst/>
          </a:prstGeom>
        </p:spPr>
      </p:pic>
      <p:pic>
        <p:nvPicPr>
          <p:cNvPr id="28" name="Picture 27" descr="rule_89b87d563d4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800" y="5257800"/>
            <a:ext cx="8763000" cy="8467"/>
          </a:xfrm>
          <a:prstGeom prst="rect">
            <a:avLst/>
          </a:prstGeom>
        </p:spPr>
      </p:pic>
      <p:pic>
        <p:nvPicPr>
          <p:cNvPr id="29" name="Picture 28" descr="gem_7939358e18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967" y="5482167"/>
            <a:ext cx="237067" cy="237067"/>
          </a:xfrm>
          <a:prstGeom prst="rect">
            <a:avLst/>
          </a:prstGeom>
        </p:spPr>
      </p:pic>
      <p:pic>
        <p:nvPicPr>
          <p:cNvPr id="30" name="Picture 29" descr="label_a23e73a8568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81200" y="5473700"/>
            <a:ext cx="2755900" cy="23283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93900" y="57531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A6478"/>
                </a:solidFill>
                <a:latin typeface="Trebuchet MS"/>
              </a:rPr>
              <a:t>Head of Media &amp; Branding</a:t>
            </a:r>
          </a:p>
        </p:txBody>
      </p:sp>
      <p:pic>
        <p:nvPicPr>
          <p:cNvPr id="32" name="Picture 31" descr="rownum_a055e3c3af9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6700" y="5511800"/>
            <a:ext cx="287867" cy="211667"/>
          </a:xfrm>
          <a:prstGeom prst="rect">
            <a:avLst/>
          </a:prstGeom>
        </p:spPr>
      </p:pic>
      <p:pic>
        <p:nvPicPr>
          <p:cNvPr id="33" name="Picture 32" descr="pearls_08034aa5713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84300" y="1250950"/>
            <a:ext cx="2692400" cy="622300"/>
          </a:xfrm>
          <a:prstGeom prst="rect">
            <a:avLst/>
          </a:prstGeom>
        </p:spPr>
      </p:pic>
      <p:pic>
        <p:nvPicPr>
          <p:cNvPr id="34" name="Picture 33" descr="butterfly_de4e14f8b43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58450" y="1479550"/>
            <a:ext cx="927100" cy="927100"/>
          </a:xfrm>
          <a:prstGeom prst="rect">
            <a:avLst/>
          </a:prstGeom>
        </p:spPr>
      </p:pic>
      <p:pic>
        <p:nvPicPr>
          <p:cNvPr id="35" name="Picture 34" descr="butterfly_f1b9b48b5ea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2917" y="5272617"/>
            <a:ext cx="529167" cy="529167"/>
          </a:xfrm>
          <a:prstGeom prst="rect">
            <a:avLst/>
          </a:prstGeom>
        </p:spPr>
      </p:pic>
      <p:pic>
        <p:nvPicPr>
          <p:cNvPr id="36" name="Picture 35" descr="gem_289a767f383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82867" y="3996267"/>
            <a:ext cx="389467" cy="389467"/>
          </a:xfrm>
          <a:prstGeom prst="rect">
            <a:avLst/>
          </a:prstGeom>
        </p:spPr>
      </p:pic>
      <p:pic>
        <p:nvPicPr>
          <p:cNvPr id="37" name="Picture 36" descr="gem_cdc20bd579a1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167" y="3843867"/>
            <a:ext cx="313267" cy="313267"/>
          </a:xfrm>
          <a:prstGeom prst="rect">
            <a:avLst/>
          </a:prstGeom>
        </p:spPr>
      </p:pic>
      <p:pic>
        <p:nvPicPr>
          <p:cNvPr id="38" name="Picture 37" descr="sparkle_e65d03a3332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47400" y="2717800"/>
            <a:ext cx="863600" cy="863600"/>
          </a:xfrm>
          <a:prstGeom prst="rect">
            <a:avLst/>
          </a:prstGeom>
        </p:spPr>
      </p:pic>
      <p:pic>
        <p:nvPicPr>
          <p:cNvPr id="39" name="Picture 38" descr="object_857e1041a54f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4200" y="1663700"/>
            <a:ext cx="7366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abel_d82d015229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190500"/>
            <a:ext cx="241300" cy="177800"/>
          </a:xfrm>
          <a:prstGeom prst="rect">
            <a:avLst/>
          </a:prstGeom>
        </p:spPr>
      </p:pic>
      <p:pic>
        <p:nvPicPr>
          <p:cNvPr id="4" name="Picture 3" descr="panel_4bb91e840b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800" y="838200"/>
            <a:ext cx="10134600" cy="5308600"/>
          </a:xfrm>
          <a:prstGeom prst="rect">
            <a:avLst/>
          </a:prstGeom>
        </p:spPr>
      </p:pic>
      <p:pic>
        <p:nvPicPr>
          <p:cNvPr id="5" name="Picture 4" descr="urlbar_0ef8b257c9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206500"/>
            <a:ext cx="7594600" cy="520700"/>
          </a:xfrm>
          <a:prstGeom prst="rect">
            <a:avLst/>
          </a:prstGeom>
        </p:spPr>
      </p:pic>
      <p:pic>
        <p:nvPicPr>
          <p:cNvPr id="6" name="Picture 5" descr="url_0b10977cb2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0" y="1308100"/>
            <a:ext cx="1938867" cy="173567"/>
          </a:xfrm>
          <a:prstGeom prst="rect">
            <a:avLst/>
          </a:prstGeom>
        </p:spPr>
      </p:pic>
      <p:pic>
        <p:nvPicPr>
          <p:cNvPr id="7" name="Picture 6" descr="dot_407202cab6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295400"/>
            <a:ext cx="114300" cy="114300"/>
          </a:xfrm>
          <a:prstGeom prst="rect">
            <a:avLst/>
          </a:prstGeom>
        </p:spPr>
      </p:pic>
      <p:pic>
        <p:nvPicPr>
          <p:cNvPr id="8" name="Picture 7" descr="dot_407202cab6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0" y="1295400"/>
            <a:ext cx="114300" cy="114300"/>
          </a:xfrm>
          <a:prstGeom prst="rect">
            <a:avLst/>
          </a:prstGeom>
        </p:spPr>
      </p:pic>
      <p:pic>
        <p:nvPicPr>
          <p:cNvPr id="9" name="Picture 8" descr="dot_407202cab6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1295400"/>
            <a:ext cx="114300" cy="114300"/>
          </a:xfrm>
          <a:prstGeom prst="rect">
            <a:avLst/>
          </a:prstGeom>
        </p:spPr>
      </p:pic>
      <p:pic>
        <p:nvPicPr>
          <p:cNvPr id="10" name="Picture 9" descr="logo_df4cba254d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3100" y="1638300"/>
            <a:ext cx="3069167" cy="1003300"/>
          </a:xfrm>
          <a:prstGeom prst="rect">
            <a:avLst/>
          </a:prstGeom>
        </p:spPr>
      </p:pic>
      <p:pic>
        <p:nvPicPr>
          <p:cNvPr id="11" name="Picture 10" descr="label_2c11558eb4f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0" y="2628900"/>
            <a:ext cx="3429000" cy="203200"/>
          </a:xfrm>
          <a:prstGeom prst="rect">
            <a:avLst/>
          </a:prstGeom>
        </p:spPr>
      </p:pic>
      <p:pic>
        <p:nvPicPr>
          <p:cNvPr id="12" name="Picture 11" descr="rule_f274c876a0b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2000" y="2895600"/>
            <a:ext cx="4064000" cy="84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32000" y="3124200"/>
            <a:ext cx="43815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200" b="0">
                <a:solidFill>
                  <a:srgbClr val="100A16"/>
                </a:solidFill>
                <a:latin typeface="Trebuchet MS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pic>
        <p:nvPicPr>
          <p:cNvPr id="14" name="Picture 13" descr="label_e72e8cd31bb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0" y="4699000"/>
            <a:ext cx="766233" cy="198967"/>
          </a:xfrm>
          <a:prstGeom prst="rect">
            <a:avLst/>
          </a:prstGeom>
        </p:spPr>
      </p:pic>
      <p:pic>
        <p:nvPicPr>
          <p:cNvPr id="15" name="Picture 14" descr="panel_995161ae3da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7700" y="4876800"/>
            <a:ext cx="1049867" cy="520700"/>
          </a:xfrm>
          <a:prstGeom prst="rect">
            <a:avLst/>
          </a:prstGeom>
        </p:spPr>
      </p:pic>
      <p:pic>
        <p:nvPicPr>
          <p:cNvPr id="16" name="Picture 15" descr="pilltext_71cd4c17f83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4712" y="5067300"/>
            <a:ext cx="596900" cy="190500"/>
          </a:xfrm>
          <a:prstGeom prst="rect">
            <a:avLst/>
          </a:prstGeom>
        </p:spPr>
      </p:pic>
      <p:pic>
        <p:nvPicPr>
          <p:cNvPr id="17" name="Picture 16" descr="panel_8650c5dc0ee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9162" y="4876800"/>
            <a:ext cx="1447800" cy="520700"/>
          </a:xfrm>
          <a:prstGeom prst="rect">
            <a:avLst/>
          </a:prstGeom>
        </p:spPr>
      </p:pic>
      <p:pic>
        <p:nvPicPr>
          <p:cNvPr id="18" name="Picture 17" descr="pilltext_e98e481f7fd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3746" y="5067300"/>
            <a:ext cx="918633" cy="190500"/>
          </a:xfrm>
          <a:prstGeom prst="rect">
            <a:avLst/>
          </a:prstGeom>
        </p:spPr>
      </p:pic>
      <p:pic>
        <p:nvPicPr>
          <p:cNvPr id="19" name="Picture 18" descr="panel_7a4b6dab635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7500" y="4876800"/>
            <a:ext cx="1130300" cy="520700"/>
          </a:xfrm>
          <a:prstGeom prst="rect">
            <a:avLst/>
          </a:prstGeom>
        </p:spPr>
      </p:pic>
      <p:pic>
        <p:nvPicPr>
          <p:cNvPr id="20" name="Picture 19" descr="pilltext_4db622ae7f4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1867" y="5067300"/>
            <a:ext cx="681567" cy="190500"/>
          </a:xfrm>
          <a:prstGeom prst="rect">
            <a:avLst/>
          </a:prstGeom>
        </p:spPr>
      </p:pic>
      <p:pic>
        <p:nvPicPr>
          <p:cNvPr id="21" name="Picture 20" descr="panel_091cf238519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17700" y="5270500"/>
            <a:ext cx="893233" cy="520700"/>
          </a:xfrm>
          <a:prstGeom prst="rect">
            <a:avLst/>
          </a:prstGeom>
        </p:spPr>
      </p:pic>
      <p:pic>
        <p:nvPicPr>
          <p:cNvPr id="22" name="Picture 21" descr="pilltext_2b94c1c4495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43654" y="5461000"/>
            <a:ext cx="440267" cy="190500"/>
          </a:xfrm>
          <a:prstGeom prst="rect">
            <a:avLst/>
          </a:prstGeom>
        </p:spPr>
      </p:pic>
      <p:pic>
        <p:nvPicPr>
          <p:cNvPr id="23" name="Picture 22" descr="panel_424724243dc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19475" y="5270500"/>
            <a:ext cx="1367367" cy="520700"/>
          </a:xfrm>
          <a:prstGeom prst="rect">
            <a:avLst/>
          </a:prstGeom>
        </p:spPr>
      </p:pic>
      <p:pic>
        <p:nvPicPr>
          <p:cNvPr id="24" name="Picture 23" descr="pilltext_1e0b83c56b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65538" y="5461000"/>
            <a:ext cx="876300" cy="190500"/>
          </a:xfrm>
          <a:prstGeom prst="rect">
            <a:avLst/>
          </a:prstGeom>
        </p:spPr>
      </p:pic>
      <p:pic>
        <p:nvPicPr>
          <p:cNvPr id="25" name="Picture 24" descr="panel_7a4b6dab635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7500" y="5270500"/>
            <a:ext cx="1130300" cy="520700"/>
          </a:xfrm>
          <a:prstGeom prst="rect">
            <a:avLst/>
          </a:prstGeom>
        </p:spPr>
      </p:pic>
      <p:pic>
        <p:nvPicPr>
          <p:cNvPr id="26" name="Picture 25" descr="pilltext_505337b0723f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23983" y="5461000"/>
            <a:ext cx="677333" cy="190500"/>
          </a:xfrm>
          <a:prstGeom prst="rect">
            <a:avLst/>
          </a:prstGeom>
        </p:spPr>
      </p:pic>
      <p:pic>
        <p:nvPicPr>
          <p:cNvPr id="27" name="Picture 26" descr="gemframe_dafef695c47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21500" y="1587500"/>
            <a:ext cx="3302000" cy="20955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97700" y="1663700"/>
            <a:ext cx="3149600" cy="19431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9" name="Picture 28" descr="caption_082e557961bf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92533" y="3784600"/>
            <a:ext cx="1159933" cy="177800"/>
          </a:xfrm>
          <a:prstGeom prst="rect">
            <a:avLst/>
          </a:prstGeom>
        </p:spPr>
      </p:pic>
      <p:pic>
        <p:nvPicPr>
          <p:cNvPr id="30" name="Picture 29" descr="gemframe_50a0cec47e8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1500" y="4064000"/>
            <a:ext cx="1587500" cy="15875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997700" y="4140200"/>
            <a:ext cx="1435100" cy="14351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32" name="Picture 31" descr="caption_6731ad3fb5b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72350" y="5753100"/>
            <a:ext cx="685800" cy="169333"/>
          </a:xfrm>
          <a:prstGeom prst="rect">
            <a:avLst/>
          </a:prstGeom>
        </p:spPr>
      </p:pic>
      <p:pic>
        <p:nvPicPr>
          <p:cNvPr id="33" name="Picture 32" descr="gemframe_50a0cec47e8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36000" y="4064000"/>
            <a:ext cx="1587500" cy="15875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712200" y="4140200"/>
            <a:ext cx="1435100" cy="14351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35" name="Picture 34" descr="caption_19763edbd4fb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47150" y="5753100"/>
            <a:ext cx="965200" cy="169333"/>
          </a:xfrm>
          <a:prstGeom prst="rect">
            <a:avLst/>
          </a:prstGeom>
        </p:spPr>
      </p:pic>
      <p:pic>
        <p:nvPicPr>
          <p:cNvPr id="36" name="Picture 35" descr="butterfly_5388f417e31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9267" y="1087967"/>
            <a:ext cx="821267" cy="821267"/>
          </a:xfrm>
          <a:prstGeom prst="rect">
            <a:avLst/>
          </a:prstGeom>
        </p:spPr>
      </p:pic>
      <p:pic>
        <p:nvPicPr>
          <p:cNvPr id="37" name="Picture 36" descr="gem_289a767f383b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30367" y="1405467"/>
            <a:ext cx="389467" cy="389467"/>
          </a:xfrm>
          <a:prstGeom prst="rect">
            <a:avLst/>
          </a:prstGeom>
        </p:spPr>
      </p:pic>
      <p:pic>
        <p:nvPicPr>
          <p:cNvPr id="38" name="Picture 37" descr="gem_aef3562da9ef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62950" y="3702050"/>
            <a:ext cx="292100" cy="292100"/>
          </a:xfrm>
          <a:prstGeom prst="rect">
            <a:avLst/>
          </a:prstGeom>
        </p:spPr>
      </p:pic>
      <p:pic>
        <p:nvPicPr>
          <p:cNvPr id="39" name="Picture 38" descr="sparkle_3a312e4ad3a1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07600" y="3479800"/>
            <a:ext cx="812800" cy="812800"/>
          </a:xfrm>
          <a:prstGeom prst="rect">
            <a:avLst/>
          </a:prstGeom>
        </p:spPr>
      </p:pic>
      <p:pic>
        <p:nvPicPr>
          <p:cNvPr id="40" name="Picture 39" descr="pearls_78cec894d26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20000" y="5892800"/>
            <a:ext cx="19050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3700"/>
            <a:ext cx="10972800" cy="8467"/>
          </a:xfrm>
          <a:prstGeom prst="rect">
            <a:avLst/>
          </a:prstGeom>
        </p:spPr>
      </p:pic>
      <p:pic>
        <p:nvPicPr>
          <p:cNvPr id="4" name="Picture 3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64300"/>
            <a:ext cx="10972800" cy="8467"/>
          </a:xfrm>
          <a:prstGeom prst="rect">
            <a:avLst/>
          </a:prstGeom>
        </p:spPr>
      </p:pic>
      <p:pic>
        <p:nvPicPr>
          <p:cNvPr id="5" name="Picture 4" descr="label_fbe13de397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0500"/>
            <a:ext cx="1422400" cy="190500"/>
          </a:xfrm>
          <a:prstGeom prst="rect">
            <a:avLst/>
          </a:prstGeom>
        </p:spPr>
      </p:pic>
      <p:pic>
        <p:nvPicPr>
          <p:cNvPr id="6" name="Picture 5" descr="label_aa32698571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190500"/>
            <a:ext cx="254000" cy="177800"/>
          </a:xfrm>
          <a:prstGeom prst="rect">
            <a:avLst/>
          </a:prstGeom>
        </p:spPr>
      </p:pic>
      <p:pic>
        <p:nvPicPr>
          <p:cNvPr id="7" name="Picture 6" descr="label_7e8984b37f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762000"/>
            <a:ext cx="4284133" cy="393700"/>
          </a:xfrm>
          <a:prstGeom prst="rect">
            <a:avLst/>
          </a:prstGeom>
        </p:spPr>
      </p:pic>
      <p:pic>
        <p:nvPicPr>
          <p:cNvPr id="8" name="Picture 7" descr="rule_ffc46a1415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435100"/>
            <a:ext cx="10414000" cy="8467"/>
          </a:xfrm>
          <a:prstGeom prst="rect">
            <a:avLst/>
          </a:prstGeom>
        </p:spPr>
      </p:pic>
      <p:pic>
        <p:nvPicPr>
          <p:cNvPr id="9" name="Picture 8" descr="label_643c733471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87500"/>
            <a:ext cx="4868333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6000" y="711200"/>
            <a:ext cx="4064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7A6478"/>
                </a:solidFill>
                <a:latin typeface="Trebuchet MS"/>
              </a:rPr>
              <a:t>A selection of social media content, event materials, promotional visuals, and other creative work I've developed across different projects.</a:t>
            </a:r>
          </a:p>
        </p:txBody>
      </p:sp>
      <p:pic>
        <p:nvPicPr>
          <p:cNvPr id="11" name="Picture 10" descr="gemframe_7f93ead63c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" y="2057400"/>
            <a:ext cx="2336800" cy="1625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5200" y="2133600"/>
            <a:ext cx="2184400" cy="14732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13" name="Picture 12" descr="caption_0969d76063e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9467" y="3784600"/>
            <a:ext cx="795867" cy="169333"/>
          </a:xfrm>
          <a:prstGeom prst="rect">
            <a:avLst/>
          </a:prstGeom>
        </p:spPr>
      </p:pic>
      <p:pic>
        <p:nvPicPr>
          <p:cNvPr id="14" name="Picture 13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5200" y="2057400"/>
            <a:ext cx="2336800" cy="1625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64467" y="21166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16" name="Picture 15" descr="caption_2eba54855e6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3333" y="3784600"/>
            <a:ext cx="880533" cy="169333"/>
          </a:xfrm>
          <a:prstGeom prst="rect">
            <a:avLst/>
          </a:prstGeom>
        </p:spPr>
      </p:pic>
      <p:pic>
        <p:nvPicPr>
          <p:cNvPr id="17" name="Picture 16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2057400"/>
            <a:ext cx="2336800" cy="1625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180667" y="21166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19" name="Picture 18" descr="caption_c4e0794827e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3400" y="3784600"/>
            <a:ext cx="812800" cy="169333"/>
          </a:xfrm>
          <a:prstGeom prst="rect">
            <a:avLst/>
          </a:prstGeom>
        </p:spPr>
      </p:pic>
      <p:pic>
        <p:nvPicPr>
          <p:cNvPr id="20" name="Picture 19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7600" y="2057400"/>
            <a:ext cx="2336800" cy="1625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796867" y="21166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2" name="Picture 21" descr="caption_0fd0267a6b5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7333" y="3784600"/>
            <a:ext cx="677333" cy="169333"/>
          </a:xfrm>
          <a:prstGeom prst="rect">
            <a:avLst/>
          </a:prstGeom>
        </p:spPr>
      </p:pic>
      <p:pic>
        <p:nvPicPr>
          <p:cNvPr id="23" name="Picture 22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000" y="4292600"/>
            <a:ext cx="2336800" cy="1625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67" y="43518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5" name="Picture 24" descr="caption_ae4c2c0989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5233" y="6019800"/>
            <a:ext cx="804333" cy="169333"/>
          </a:xfrm>
          <a:prstGeom prst="rect">
            <a:avLst/>
          </a:prstGeom>
        </p:spPr>
      </p:pic>
      <p:pic>
        <p:nvPicPr>
          <p:cNvPr id="26" name="Picture 25" descr="gemframe_7f93ead63c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4292600"/>
            <a:ext cx="2336800" cy="16256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581400" y="4368800"/>
            <a:ext cx="2184400" cy="14732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8" name="Picture 27" descr="caption_e3474bc7f03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8733" y="6019800"/>
            <a:ext cx="829733" cy="169333"/>
          </a:xfrm>
          <a:prstGeom prst="rect">
            <a:avLst/>
          </a:prstGeom>
        </p:spPr>
      </p:pic>
      <p:pic>
        <p:nvPicPr>
          <p:cNvPr id="29" name="Picture 28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4292600"/>
            <a:ext cx="2336800" cy="16256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180667" y="43518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31" name="Picture 30" descr="caption_85d532877b8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52167" y="6019800"/>
            <a:ext cx="1075267" cy="169333"/>
          </a:xfrm>
          <a:prstGeom prst="rect">
            <a:avLst/>
          </a:prstGeom>
        </p:spPr>
      </p:pic>
      <p:pic>
        <p:nvPicPr>
          <p:cNvPr id="32" name="Picture 31" descr="gemframe_da82cc08f49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7600" y="4292600"/>
            <a:ext cx="2336800" cy="1625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796867" y="4351867"/>
            <a:ext cx="2218267" cy="1507067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34" name="Picture 33" descr="caption_da873564e3d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5733" y="6019800"/>
            <a:ext cx="880533" cy="169333"/>
          </a:xfrm>
          <a:prstGeom prst="rect">
            <a:avLst/>
          </a:prstGeom>
        </p:spPr>
      </p:pic>
      <p:pic>
        <p:nvPicPr>
          <p:cNvPr id="35" name="Picture 34" descr="butterfly_2dc2d0fd997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09867" y="2599267"/>
            <a:ext cx="770467" cy="770467"/>
          </a:xfrm>
          <a:prstGeom prst="rect">
            <a:avLst/>
          </a:prstGeom>
        </p:spPr>
      </p:pic>
      <p:pic>
        <p:nvPicPr>
          <p:cNvPr id="36" name="Picture 35" descr="butterfly_6dcc6c1fe6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6833" y="4131733"/>
            <a:ext cx="499533" cy="499533"/>
          </a:xfrm>
          <a:prstGeom prst="rect">
            <a:avLst/>
          </a:prstGeom>
        </p:spPr>
      </p:pic>
      <p:pic>
        <p:nvPicPr>
          <p:cNvPr id="37" name="Picture 36" descr="gem_b22e5e46823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7983" y="4023783"/>
            <a:ext cx="334433" cy="334433"/>
          </a:xfrm>
          <a:prstGeom prst="rect">
            <a:avLst/>
          </a:prstGeom>
        </p:spPr>
      </p:pic>
      <p:pic>
        <p:nvPicPr>
          <p:cNvPr id="38" name="Picture 37" descr="gem_1513bf4254eb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12717" y="1780117"/>
            <a:ext cx="249767" cy="249767"/>
          </a:xfrm>
          <a:prstGeom prst="rect">
            <a:avLst/>
          </a:prstGeom>
        </p:spPr>
      </p:pic>
      <p:pic>
        <p:nvPicPr>
          <p:cNvPr id="39" name="Picture 38" descr="sparkle_a5da9e4f7def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61567" y="3843867"/>
            <a:ext cx="719667" cy="719667"/>
          </a:xfrm>
          <a:prstGeom prst="rect">
            <a:avLst/>
          </a:prstGeom>
        </p:spPr>
      </p:pic>
      <p:pic>
        <p:nvPicPr>
          <p:cNvPr id="40" name="Picture 39" descr="sparkle_040f6d0498d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78633" y="1566333"/>
            <a:ext cx="575733" cy="575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abel_1ee7093590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190500"/>
            <a:ext cx="249767" cy="177800"/>
          </a:xfrm>
          <a:prstGeom prst="rect">
            <a:avLst/>
          </a:prstGeom>
        </p:spPr>
      </p:pic>
      <p:pic>
        <p:nvPicPr>
          <p:cNvPr id="4" name="Picture 3" descr="gemframe_f70d0b64e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1333500"/>
            <a:ext cx="3683000" cy="4191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7900" y="1422400"/>
            <a:ext cx="3505200" cy="4013200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6" name="Picture 5" descr="caption_afd24d2e24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5651500"/>
            <a:ext cx="1117600" cy="177800"/>
          </a:xfrm>
          <a:prstGeom prst="rect">
            <a:avLst/>
          </a:prstGeom>
        </p:spPr>
      </p:pic>
      <p:pic>
        <p:nvPicPr>
          <p:cNvPr id="7" name="Picture 6" descr="label_fcdeca21be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143000"/>
            <a:ext cx="2408767" cy="198967"/>
          </a:xfrm>
          <a:prstGeom prst="rect">
            <a:avLst/>
          </a:prstGeom>
        </p:spPr>
      </p:pic>
      <p:pic>
        <p:nvPicPr>
          <p:cNvPr id="8" name="Picture 7" descr="title_cf73dcc8d9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5200" y="1371600"/>
            <a:ext cx="2878667" cy="770467"/>
          </a:xfrm>
          <a:prstGeom prst="rect">
            <a:avLst/>
          </a:prstGeom>
        </p:spPr>
      </p:pic>
      <p:pic>
        <p:nvPicPr>
          <p:cNvPr id="9" name="Picture 8" descr="scripttitle_25fe9dcaf6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200" y="2159000"/>
            <a:ext cx="2366433" cy="1121833"/>
          </a:xfrm>
          <a:prstGeom prst="rect">
            <a:avLst/>
          </a:prstGeom>
        </p:spPr>
      </p:pic>
      <p:pic>
        <p:nvPicPr>
          <p:cNvPr id="10" name="Picture 9" descr="rule_4aa8e19e7b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175000"/>
            <a:ext cx="4826000" cy="84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0" y="3365500"/>
            <a:ext cx="317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100A16"/>
                </a:solidFill>
                <a:latin typeface="Trebuchet MS"/>
              </a:rPr>
              <a:t>A wellness event combining movement, community, and support for animal welfare.</a:t>
            </a:r>
          </a:p>
        </p:txBody>
      </p:sp>
      <p:pic>
        <p:nvPicPr>
          <p:cNvPr id="12" name="Picture 11" descr="label_dcf432247a6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292600"/>
            <a:ext cx="1570567" cy="198967"/>
          </a:xfrm>
          <a:prstGeom prst="rect">
            <a:avLst/>
          </a:prstGeom>
        </p:spPr>
      </p:pic>
      <p:pic>
        <p:nvPicPr>
          <p:cNvPr id="13" name="Picture 12" descr="gem_0ee16f65e0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5417" y="4586817"/>
            <a:ext cx="173567" cy="1735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62700" y="45720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100A16"/>
                </a:solidFill>
                <a:latin typeface="Trebuchet MS"/>
              </a:rPr>
              <a:t>Campaign concept</a:t>
            </a:r>
          </a:p>
        </p:txBody>
      </p:sp>
      <p:pic>
        <p:nvPicPr>
          <p:cNvPr id="15" name="Picture 14" descr="gem_64c4c6972b4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5417" y="4917017"/>
            <a:ext cx="173567" cy="1735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62700" y="49022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100A16"/>
                </a:solidFill>
                <a:latin typeface="Trebuchet MS"/>
              </a:rPr>
              <a:t>Event promotion</a:t>
            </a:r>
          </a:p>
        </p:txBody>
      </p:sp>
      <p:pic>
        <p:nvPicPr>
          <p:cNvPr id="17" name="Picture 16" descr="gem_0ee16f65e0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5417" y="5247217"/>
            <a:ext cx="173567" cy="1735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2700" y="52324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100A16"/>
                </a:solidFill>
                <a:latin typeface="Trebuchet MS"/>
              </a:rPr>
              <a:t>Social media content</a:t>
            </a:r>
          </a:p>
        </p:txBody>
      </p:sp>
      <p:pic>
        <p:nvPicPr>
          <p:cNvPr id="19" name="Picture 18" descr="gem_64c4c6972b4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5417" y="5577417"/>
            <a:ext cx="173567" cy="1735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62700" y="55626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100A16"/>
                </a:solidFill>
                <a:latin typeface="Trebuchet MS"/>
              </a:rPr>
              <a:t>Partnership communication</a:t>
            </a:r>
          </a:p>
        </p:txBody>
      </p:sp>
      <p:pic>
        <p:nvPicPr>
          <p:cNvPr id="21" name="Picture 20" descr="gem_0ee16f65e00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5417" y="5907617"/>
            <a:ext cx="173567" cy="1735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62700" y="58928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100A16"/>
                </a:solidFill>
                <a:latin typeface="Trebuchet MS"/>
              </a:rPr>
              <a:t>Event coordination</a:t>
            </a:r>
          </a:p>
        </p:txBody>
      </p:sp>
      <p:pic>
        <p:nvPicPr>
          <p:cNvPr id="23" name="Picture 22" descr="gemframe_77e5ee90004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2000" y="4381500"/>
            <a:ext cx="1587500" cy="12065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719733" y="4449233"/>
            <a:ext cx="1452033" cy="1071033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5" name="Picture 24" descr="caption_e81b1bc71bb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3150" y="5689600"/>
            <a:ext cx="965200" cy="169333"/>
          </a:xfrm>
          <a:prstGeom prst="rect">
            <a:avLst/>
          </a:prstGeom>
        </p:spPr>
      </p:pic>
      <p:pic>
        <p:nvPicPr>
          <p:cNvPr id="26" name="Picture 25" descr="gemframe_77e5ee90004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2000" y="2730500"/>
            <a:ext cx="1587500" cy="12065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719733" y="2798233"/>
            <a:ext cx="1452033" cy="1071033"/>
          </a:xfrm>
          <a:prstGeom prst="rect">
            <a:avLst/>
          </a:prstGeom>
          <a:solidFill>
            <a:srgbClr val="F3EEF6"/>
          </a:solidFill>
          <a:ln w="12700">
            <a:solidFill>
              <a:srgbClr val="FF2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B99BB3"/>
                </a:solidFill>
                <a:latin typeface="Trebuchet MS"/>
              </a:rPr>
              <a:t>drop photo</a:t>
            </a:r>
          </a:p>
        </p:txBody>
      </p:sp>
      <p:pic>
        <p:nvPicPr>
          <p:cNvPr id="28" name="Picture 27" descr="caption_4433647da4b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7817" y="4038600"/>
            <a:ext cx="795867" cy="169333"/>
          </a:xfrm>
          <a:prstGeom prst="rect">
            <a:avLst/>
          </a:prstGeom>
        </p:spPr>
      </p:pic>
      <p:pic>
        <p:nvPicPr>
          <p:cNvPr id="29" name="Picture 28" descr="butterfly_bedbb7d2482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7033" y="1413933"/>
            <a:ext cx="982133" cy="982133"/>
          </a:xfrm>
          <a:prstGeom prst="rect">
            <a:avLst/>
          </a:prstGeom>
        </p:spPr>
      </p:pic>
      <p:pic>
        <p:nvPicPr>
          <p:cNvPr id="30" name="Picture 29" descr="butterfly_844b4d5a34a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49417" y="1602317"/>
            <a:ext cx="605367" cy="605367"/>
          </a:xfrm>
          <a:prstGeom prst="rect">
            <a:avLst/>
          </a:prstGeom>
        </p:spPr>
      </p:pic>
      <p:pic>
        <p:nvPicPr>
          <p:cNvPr id="31" name="Picture 30" descr="gem_9c4ef974300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41333" y="3826933"/>
            <a:ext cx="474133" cy="474133"/>
          </a:xfrm>
          <a:prstGeom prst="rect">
            <a:avLst/>
          </a:prstGeom>
        </p:spPr>
      </p:pic>
      <p:pic>
        <p:nvPicPr>
          <p:cNvPr id="32" name="Picture 31" descr="gem_3a236ddb05b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0883" y="5293783"/>
            <a:ext cx="334433" cy="334433"/>
          </a:xfrm>
          <a:prstGeom prst="rect">
            <a:avLst/>
          </a:prstGeom>
        </p:spPr>
      </p:pic>
      <p:pic>
        <p:nvPicPr>
          <p:cNvPr id="33" name="Picture 32" descr="sparkle_03b8c239d68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29100" y="635000"/>
            <a:ext cx="965200" cy="965200"/>
          </a:xfrm>
          <a:prstGeom prst="rect">
            <a:avLst/>
          </a:prstGeom>
        </p:spPr>
      </p:pic>
      <p:pic>
        <p:nvPicPr>
          <p:cNvPr id="34" name="Picture 33" descr="sparkle_a5da9e4f7de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98767" y="3488267"/>
            <a:ext cx="719667" cy="719667"/>
          </a:xfrm>
          <a:prstGeom prst="rect">
            <a:avLst/>
          </a:prstGeom>
        </p:spPr>
      </p:pic>
      <p:pic>
        <p:nvPicPr>
          <p:cNvPr id="35" name="Picture 34" descr="object_ce703b6853b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6017" y="5685367"/>
            <a:ext cx="732367" cy="694267"/>
          </a:xfrm>
          <a:prstGeom prst="rect">
            <a:avLst/>
          </a:prstGeom>
        </p:spPr>
      </p:pic>
      <p:pic>
        <p:nvPicPr>
          <p:cNvPr id="36" name="Picture 35" descr="gem_17390408253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96267" y="5837767"/>
            <a:ext cx="389467" cy="389467"/>
          </a:xfrm>
          <a:prstGeom prst="rect">
            <a:avLst/>
          </a:prstGeom>
        </p:spPr>
      </p:pic>
      <p:pic>
        <p:nvPicPr>
          <p:cNvPr id="37" name="Picture 36" descr="pearls_59a1d749b60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41500" y="5911850"/>
            <a:ext cx="16510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abel_dcce1c139f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190500"/>
            <a:ext cx="258233" cy="177800"/>
          </a:xfrm>
          <a:prstGeom prst="rect">
            <a:avLst/>
          </a:prstGeom>
        </p:spPr>
      </p:pic>
      <p:pic>
        <p:nvPicPr>
          <p:cNvPr id="4" name="Picture 3" descr="label_e26fc261c0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749300"/>
            <a:ext cx="1900767" cy="372533"/>
          </a:xfrm>
          <a:prstGeom prst="rect">
            <a:avLst/>
          </a:prstGeom>
        </p:spPr>
      </p:pic>
      <p:pic>
        <p:nvPicPr>
          <p:cNvPr id="5" name="Picture 4" descr="script_4acd621de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00" y="635000"/>
            <a:ext cx="2628900" cy="783167"/>
          </a:xfrm>
          <a:prstGeom prst="rect">
            <a:avLst/>
          </a:prstGeom>
        </p:spPr>
      </p:pic>
      <p:pic>
        <p:nvPicPr>
          <p:cNvPr id="6" name="Picture 5" descr="rule_b0908c85e7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1562100"/>
            <a:ext cx="6350000" cy="8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000" y="1727200"/>
            <a:ext cx="749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7A6478"/>
                </a:solidFill>
                <a:latin typeface="Trebuchet MS"/>
              </a:rPr>
              <a:t>My creative experience also grew through student organizations, academic projects, and collaborative work.</a:t>
            </a:r>
          </a:p>
        </p:txBody>
      </p:sp>
      <p:pic>
        <p:nvPicPr>
          <p:cNvPr id="8" name="Picture 7" descr="card_c08e4c8d0e8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2400300"/>
            <a:ext cx="3505200" cy="2887133"/>
          </a:xfrm>
          <a:prstGeom prst="rect">
            <a:avLst/>
          </a:prstGeom>
        </p:spPr>
      </p:pic>
      <p:pic>
        <p:nvPicPr>
          <p:cNvPr id="9" name="Picture 8" descr="gem_6686081d70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550" y="2762250"/>
            <a:ext cx="292100" cy="292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3800" y="32131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00A16"/>
                </a:solidFill>
                <a:latin typeface="Trebuchet MS"/>
              </a:rPr>
              <a:t>HIMPUNAN MAHASISWA PPP</a:t>
            </a:r>
          </a:p>
        </p:txBody>
      </p:sp>
      <p:pic>
        <p:nvPicPr>
          <p:cNvPr id="11" name="Picture 10" descr="rule_b0025a4b85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3800" y="4064000"/>
            <a:ext cx="1143000" cy="84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3800" y="4241800"/>
            <a:ext cx="254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Head of Media &amp; Branding</a:t>
            </a:r>
          </a:p>
        </p:txBody>
      </p:sp>
      <p:pic>
        <p:nvPicPr>
          <p:cNvPr id="13" name="Picture 12" descr="card_96174b6a13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9900" y="2476500"/>
            <a:ext cx="3479800" cy="2861733"/>
          </a:xfrm>
          <a:prstGeom prst="rect">
            <a:avLst/>
          </a:prstGeom>
        </p:spPr>
      </p:pic>
      <p:pic>
        <p:nvPicPr>
          <p:cNvPr id="14" name="Picture 13" descr="gem_8df7cb47712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50" y="2838450"/>
            <a:ext cx="292100" cy="29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99000" y="32893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00A16"/>
                </a:solidFill>
                <a:latin typeface="Trebuchet MS"/>
              </a:rPr>
              <a:t>PEKAN SENI BUDAYA IPB</a:t>
            </a:r>
          </a:p>
        </p:txBody>
      </p:sp>
      <p:pic>
        <p:nvPicPr>
          <p:cNvPr id="16" name="Picture 15" descr="rule_b0025a4b85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9000" y="4140200"/>
            <a:ext cx="1143000" cy="84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99000" y="4318000"/>
            <a:ext cx="254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Vice Head / Staff DKV</a:t>
            </a:r>
          </a:p>
        </p:txBody>
      </p:sp>
      <p:pic>
        <p:nvPicPr>
          <p:cNvPr id="18" name="Picture 17" descr="card_381124f6d16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5100" y="2400300"/>
            <a:ext cx="3454400" cy="2827867"/>
          </a:xfrm>
          <a:prstGeom prst="rect">
            <a:avLst/>
          </a:prstGeom>
        </p:spPr>
      </p:pic>
      <p:pic>
        <p:nvPicPr>
          <p:cNvPr id="19" name="Picture 18" descr="gem_6686081d70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50" y="2762250"/>
            <a:ext cx="292100" cy="292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04200" y="32131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00A16"/>
                </a:solidFill>
                <a:latin typeface="Trebuchet MS"/>
              </a:rPr>
              <a:t>ACADEMIC &amp; RESEARCH PROJECTS</a:t>
            </a:r>
          </a:p>
        </p:txBody>
      </p:sp>
      <p:pic>
        <p:nvPicPr>
          <p:cNvPr id="21" name="Picture 20" descr="rule_b0025a4b85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200" y="4064000"/>
            <a:ext cx="1143000" cy="84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04200" y="4241800"/>
            <a:ext cx="254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7A6478"/>
                </a:solidFill>
                <a:latin typeface="Trebuchet MS"/>
              </a:rPr>
              <a:t>Visual communication · presentation · documentation</a:t>
            </a:r>
          </a:p>
        </p:txBody>
      </p:sp>
      <p:pic>
        <p:nvPicPr>
          <p:cNvPr id="23" name="Picture 22" descr="pearls_5a4f4e03bf6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6500" y="2190750"/>
            <a:ext cx="2159000" cy="266700"/>
          </a:xfrm>
          <a:prstGeom prst="rect">
            <a:avLst/>
          </a:prstGeom>
        </p:spPr>
      </p:pic>
      <p:pic>
        <p:nvPicPr>
          <p:cNvPr id="24" name="Picture 23" descr="butterfly_d0926fff2a2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35167" y="1545167"/>
            <a:ext cx="719667" cy="719667"/>
          </a:xfrm>
          <a:prstGeom prst="rect">
            <a:avLst/>
          </a:prstGeom>
        </p:spPr>
      </p:pic>
      <p:pic>
        <p:nvPicPr>
          <p:cNvPr id="25" name="Picture 24" descr="butterfly_99924c8a679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327400"/>
            <a:ext cx="457200" cy="457200"/>
          </a:xfrm>
          <a:prstGeom prst="rect">
            <a:avLst/>
          </a:prstGeom>
        </p:spPr>
      </p:pic>
      <p:pic>
        <p:nvPicPr>
          <p:cNvPr id="26" name="Picture 25" descr="sparkle_3a312e4ad3a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34700" y="3149600"/>
            <a:ext cx="812800" cy="812800"/>
          </a:xfrm>
          <a:prstGeom prst="rect">
            <a:avLst/>
          </a:prstGeom>
        </p:spPr>
      </p:pic>
      <p:pic>
        <p:nvPicPr>
          <p:cNvPr id="27" name="Picture 26" descr="gem_d18e61770ba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5533" y="5452533"/>
            <a:ext cx="270933" cy="270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3700"/>
            <a:ext cx="10972800" cy="8467"/>
          </a:xfrm>
          <a:prstGeom prst="rect">
            <a:avLst/>
          </a:prstGeom>
        </p:spPr>
      </p:pic>
      <p:pic>
        <p:nvPicPr>
          <p:cNvPr id="4" name="Picture 3" descr="rule_9c4fce719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64300"/>
            <a:ext cx="10972800" cy="8467"/>
          </a:xfrm>
          <a:prstGeom prst="rect">
            <a:avLst/>
          </a:prstGeom>
        </p:spPr>
      </p:pic>
      <p:pic>
        <p:nvPicPr>
          <p:cNvPr id="5" name="Picture 4" descr="label_fccc61eec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0500"/>
            <a:ext cx="1371600" cy="190500"/>
          </a:xfrm>
          <a:prstGeom prst="rect">
            <a:avLst/>
          </a:prstGeom>
        </p:spPr>
      </p:pic>
      <p:pic>
        <p:nvPicPr>
          <p:cNvPr id="6" name="Picture 5" descr="label_1dca3575df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0" y="190500"/>
            <a:ext cx="254000" cy="182033"/>
          </a:xfrm>
          <a:prstGeom prst="rect">
            <a:avLst/>
          </a:prstGeom>
        </p:spPr>
      </p:pic>
      <p:pic>
        <p:nvPicPr>
          <p:cNvPr id="7" name="Picture 6" descr="label_7b70278ebc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800100"/>
            <a:ext cx="1778000" cy="402167"/>
          </a:xfrm>
          <a:prstGeom prst="rect">
            <a:avLst/>
          </a:prstGeom>
        </p:spPr>
      </p:pic>
      <p:pic>
        <p:nvPicPr>
          <p:cNvPr id="8" name="Picture 7" descr="script_13ee6ad858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711200"/>
            <a:ext cx="1731433" cy="817033"/>
          </a:xfrm>
          <a:prstGeom prst="rect">
            <a:avLst/>
          </a:prstGeom>
        </p:spPr>
      </p:pic>
      <p:pic>
        <p:nvPicPr>
          <p:cNvPr id="9" name="Picture 8" descr="rule_ffc46a14156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638300"/>
            <a:ext cx="10414000" cy="8467"/>
          </a:xfrm>
          <a:prstGeom prst="rect">
            <a:avLst/>
          </a:prstGeom>
        </p:spPr>
      </p:pic>
      <p:pic>
        <p:nvPicPr>
          <p:cNvPr id="10" name="Picture 9" descr="label_5d22b3b358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" y="1943100"/>
            <a:ext cx="1016000" cy="232833"/>
          </a:xfrm>
          <a:prstGeom prst="rect">
            <a:avLst/>
          </a:prstGeom>
        </p:spPr>
      </p:pic>
      <p:pic>
        <p:nvPicPr>
          <p:cNvPr id="11" name="Picture 10" descr="rule_c8f2b7af5d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000" y="2209800"/>
            <a:ext cx="1905000" cy="8467"/>
          </a:xfrm>
          <a:prstGeom prst="rect">
            <a:avLst/>
          </a:prstGeom>
        </p:spPr>
      </p:pic>
      <p:pic>
        <p:nvPicPr>
          <p:cNvPr id="12" name="Picture 11" descr="gem_356fe964898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533" y="2531533"/>
            <a:ext cx="194733" cy="1947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3800" y="24892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Graphic Design</a:t>
            </a:r>
          </a:p>
        </p:txBody>
      </p:sp>
      <p:pic>
        <p:nvPicPr>
          <p:cNvPr id="14" name="Picture 13" descr="gem_cbf225bb12c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533" y="3001433"/>
            <a:ext cx="194733" cy="1947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93800" y="29591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Copywriting</a:t>
            </a:r>
          </a:p>
        </p:txBody>
      </p:sp>
      <p:pic>
        <p:nvPicPr>
          <p:cNvPr id="16" name="Picture 15" descr="gem_3f96ea58917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533" y="3471333"/>
            <a:ext cx="194733" cy="1947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3800" y="34290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Content Creation</a:t>
            </a:r>
          </a:p>
        </p:txBody>
      </p:sp>
      <p:pic>
        <p:nvPicPr>
          <p:cNvPr id="18" name="Picture 17" descr="gem_97f72710ac4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533" y="3941233"/>
            <a:ext cx="194733" cy="1947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3800" y="38989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Visual Communication</a:t>
            </a:r>
          </a:p>
        </p:txBody>
      </p:sp>
      <p:pic>
        <p:nvPicPr>
          <p:cNvPr id="20" name="Picture 19" descr="label_fc222295c29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0000" y="1943100"/>
            <a:ext cx="1176867" cy="232833"/>
          </a:xfrm>
          <a:prstGeom prst="rect">
            <a:avLst/>
          </a:prstGeom>
        </p:spPr>
      </p:pic>
      <p:pic>
        <p:nvPicPr>
          <p:cNvPr id="21" name="Picture 20" descr="rule_c8f2b7af5d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2209800"/>
            <a:ext cx="1905000" cy="8467"/>
          </a:xfrm>
          <a:prstGeom prst="rect">
            <a:avLst/>
          </a:prstGeom>
        </p:spPr>
      </p:pic>
      <p:pic>
        <p:nvPicPr>
          <p:cNvPr id="22" name="Picture 21" descr="gem_6170d7c458d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1533" y="2531533"/>
            <a:ext cx="194733" cy="19473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54800" y="24892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Social Media</a:t>
            </a:r>
          </a:p>
        </p:txBody>
      </p:sp>
      <p:pic>
        <p:nvPicPr>
          <p:cNvPr id="24" name="Picture 23" descr="gem_e7bf68ca12f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1533" y="3001433"/>
            <a:ext cx="194733" cy="19473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54800" y="29591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Campaign Development</a:t>
            </a:r>
          </a:p>
        </p:txBody>
      </p:sp>
      <p:pic>
        <p:nvPicPr>
          <p:cNvPr id="26" name="Picture 25" descr="gem_97f70afc611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1533" y="3471333"/>
            <a:ext cx="194733" cy="1947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54800" y="34290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Event Management</a:t>
            </a:r>
          </a:p>
        </p:txBody>
      </p:sp>
      <p:pic>
        <p:nvPicPr>
          <p:cNvPr id="28" name="Picture 27" descr="gem_14df07c58a1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1533" y="3941233"/>
            <a:ext cx="194733" cy="19473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54800" y="3898900"/>
            <a:ext cx="292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100A16"/>
                </a:solidFill>
                <a:latin typeface="Trebuchet MS"/>
              </a:rPr>
              <a:t>Partnership</a:t>
            </a:r>
          </a:p>
        </p:txBody>
      </p:sp>
      <p:pic>
        <p:nvPicPr>
          <p:cNvPr id="30" name="Picture 29" descr="label_bd4b8ecb0f5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9000" y="4381500"/>
            <a:ext cx="677333" cy="232833"/>
          </a:xfrm>
          <a:prstGeom prst="rect">
            <a:avLst/>
          </a:prstGeom>
        </p:spPr>
      </p:pic>
      <p:pic>
        <p:nvPicPr>
          <p:cNvPr id="31" name="Picture 30" descr="rule_5fb6bb8b8aa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9000" y="4648200"/>
            <a:ext cx="10414000" cy="8467"/>
          </a:xfrm>
          <a:prstGeom prst="rect">
            <a:avLst/>
          </a:prstGeom>
        </p:spPr>
      </p:pic>
      <p:pic>
        <p:nvPicPr>
          <p:cNvPr id="32" name="Picture 31" descr="panel_847338123fe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4700" y="4787900"/>
            <a:ext cx="893233" cy="546100"/>
          </a:xfrm>
          <a:prstGeom prst="rect">
            <a:avLst/>
          </a:prstGeom>
        </p:spPr>
      </p:pic>
      <p:pic>
        <p:nvPicPr>
          <p:cNvPr id="33" name="Picture 32" descr="pilltext_2bdb660511a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7954" y="4991100"/>
            <a:ext cx="465667" cy="190500"/>
          </a:xfrm>
          <a:prstGeom prst="rect">
            <a:avLst/>
          </a:prstGeom>
        </p:spPr>
      </p:pic>
      <p:pic>
        <p:nvPicPr>
          <p:cNvPr id="34" name="Picture 33" descr="panel_d1847bdcb69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16300" y="4787900"/>
            <a:ext cx="1845733" cy="546100"/>
          </a:xfrm>
          <a:prstGeom prst="rect">
            <a:avLst/>
          </a:prstGeom>
        </p:spPr>
      </p:pic>
      <p:pic>
        <p:nvPicPr>
          <p:cNvPr id="35" name="Picture 34" descr="pilltext_9f53d7b3e57f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97288" y="4991100"/>
            <a:ext cx="1282700" cy="190500"/>
          </a:xfrm>
          <a:prstGeom prst="rect">
            <a:avLst/>
          </a:prstGeom>
        </p:spPr>
      </p:pic>
      <p:pic>
        <p:nvPicPr>
          <p:cNvPr id="36" name="Picture 35" descr="panel_69b1cefff94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10400" y="4787900"/>
            <a:ext cx="1684867" cy="546100"/>
          </a:xfrm>
          <a:prstGeom prst="rect">
            <a:avLst/>
          </a:prstGeom>
        </p:spPr>
      </p:pic>
      <p:pic>
        <p:nvPicPr>
          <p:cNvPr id="37" name="Picture 36" descr="pilltext_94606eeb3dc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60696" y="4991100"/>
            <a:ext cx="1185333" cy="190500"/>
          </a:xfrm>
          <a:prstGeom prst="rect">
            <a:avLst/>
          </a:prstGeom>
        </p:spPr>
      </p:pic>
      <p:pic>
        <p:nvPicPr>
          <p:cNvPr id="38" name="Picture 37" descr="panel_4a11761df51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45750" y="4787900"/>
            <a:ext cx="973667" cy="546100"/>
          </a:xfrm>
          <a:prstGeom prst="rect">
            <a:avLst/>
          </a:prstGeom>
        </p:spPr>
      </p:pic>
      <p:pic>
        <p:nvPicPr>
          <p:cNvPr id="39" name="Picture 38" descr="pilltext_c06367648b42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64825" y="4991100"/>
            <a:ext cx="533400" cy="190500"/>
          </a:xfrm>
          <a:prstGeom prst="rect">
            <a:avLst/>
          </a:prstGeom>
        </p:spPr>
      </p:pic>
      <p:pic>
        <p:nvPicPr>
          <p:cNvPr id="40" name="Picture 39" descr="panel_7d825a06402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700" y="5270500"/>
            <a:ext cx="1765300" cy="546100"/>
          </a:xfrm>
          <a:prstGeom prst="rect">
            <a:avLst/>
          </a:prstGeom>
        </p:spPr>
      </p:pic>
      <p:pic>
        <p:nvPicPr>
          <p:cNvPr id="41" name="Picture 40" descr="pilltext_81f5ae36f024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8333" y="5473700"/>
            <a:ext cx="1198033" cy="190500"/>
          </a:xfrm>
          <a:prstGeom prst="rect">
            <a:avLst/>
          </a:prstGeom>
        </p:spPr>
      </p:pic>
      <p:pic>
        <p:nvPicPr>
          <p:cNvPr id="42" name="Picture 41" descr="panel_7d825a06402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70538" y="5270500"/>
            <a:ext cx="1765300" cy="546100"/>
          </a:xfrm>
          <a:prstGeom prst="rect">
            <a:avLst/>
          </a:prstGeom>
        </p:spPr>
      </p:pic>
      <p:pic>
        <p:nvPicPr>
          <p:cNvPr id="43" name="Picture 42" descr="pilltext_3563cb2fd4f4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22421" y="5473700"/>
            <a:ext cx="1261533" cy="190500"/>
          </a:xfrm>
          <a:prstGeom prst="rect">
            <a:avLst/>
          </a:prstGeom>
        </p:spPr>
      </p:pic>
      <p:pic>
        <p:nvPicPr>
          <p:cNvPr id="44" name="Picture 43" descr="panel_d60324737713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366375" y="5270500"/>
            <a:ext cx="1049867" cy="546100"/>
          </a:xfrm>
          <a:prstGeom prst="rect">
            <a:avLst/>
          </a:prstGeom>
        </p:spPr>
      </p:pic>
      <p:pic>
        <p:nvPicPr>
          <p:cNvPr id="45" name="Picture 44" descr="pilltext_de656cdded57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01854" y="5473700"/>
            <a:ext cx="579967" cy="190500"/>
          </a:xfrm>
          <a:prstGeom prst="rect">
            <a:avLst/>
          </a:prstGeom>
        </p:spPr>
      </p:pic>
      <p:pic>
        <p:nvPicPr>
          <p:cNvPr id="46" name="Picture 45" descr="butterfly_5623e309216b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85967" y="2129367"/>
            <a:ext cx="821267" cy="821267"/>
          </a:xfrm>
          <a:prstGeom prst="rect">
            <a:avLst/>
          </a:prstGeom>
        </p:spPr>
      </p:pic>
      <p:pic>
        <p:nvPicPr>
          <p:cNvPr id="47" name="Picture 46" descr="butterfly_e0cd631e25dc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487150" y="4921250"/>
            <a:ext cx="469900" cy="469900"/>
          </a:xfrm>
          <a:prstGeom prst="rect">
            <a:avLst/>
          </a:prstGeom>
        </p:spPr>
      </p:pic>
      <p:pic>
        <p:nvPicPr>
          <p:cNvPr id="48" name="Picture 47" descr="gem_c627073cd04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018183" y="937683"/>
            <a:ext cx="410633" cy="410633"/>
          </a:xfrm>
          <a:prstGeom prst="rect">
            <a:avLst/>
          </a:prstGeom>
        </p:spPr>
      </p:pic>
      <p:pic>
        <p:nvPicPr>
          <p:cNvPr id="49" name="Picture 48" descr="sparkle_e65d03a3332b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934700" y="1155700"/>
            <a:ext cx="863600" cy="863600"/>
          </a:xfrm>
          <a:prstGeom prst="rect">
            <a:avLst/>
          </a:prstGeom>
        </p:spPr>
      </p:pic>
      <p:pic>
        <p:nvPicPr>
          <p:cNvPr id="50" name="Picture 49" descr="pearls_59a1d749b602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906000" y="3676650"/>
            <a:ext cx="1651000" cy="266700"/>
          </a:xfrm>
          <a:prstGeom prst="rect">
            <a:avLst/>
          </a:prstGeom>
        </p:spPr>
      </p:pic>
      <p:pic>
        <p:nvPicPr>
          <p:cNvPr id="51" name="Picture 50" descr="gem_e414c52e1bf0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738783" y="3388783"/>
            <a:ext cx="334433" cy="334433"/>
          </a:xfrm>
          <a:prstGeom prst="rect">
            <a:avLst/>
          </a:prstGeom>
        </p:spPr>
      </p:pic>
      <p:pic>
        <p:nvPicPr>
          <p:cNvPr id="52" name="Picture 51" descr="gem_ffe82e423395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485033" y="4055533"/>
            <a:ext cx="270933" cy="270933"/>
          </a:xfrm>
          <a:prstGeom prst="rect">
            <a:avLst/>
          </a:prstGeom>
        </p:spPr>
      </p:pic>
      <p:pic>
        <p:nvPicPr>
          <p:cNvPr id="53" name="Picture 52" descr="sparkle_a5da9e4f7def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974667" y="3704167"/>
            <a:ext cx="719667" cy="719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gemheart_2cea1893f6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308100"/>
            <a:ext cx="1333500" cy="1223433"/>
          </a:xfrm>
          <a:prstGeom prst="rect">
            <a:avLst/>
          </a:prstGeom>
        </p:spPr>
      </p:pic>
      <p:pic>
        <p:nvPicPr>
          <p:cNvPr id="4" name="Picture 3" descr="label_4f9b9a1048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217" y="2654300"/>
            <a:ext cx="2713567" cy="338667"/>
          </a:xfrm>
          <a:prstGeom prst="rect">
            <a:avLst/>
          </a:prstGeom>
        </p:spPr>
      </p:pic>
      <p:pic>
        <p:nvPicPr>
          <p:cNvPr id="5" name="Picture 4" descr="wordmark_60a4e40cc0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433" y="2971800"/>
            <a:ext cx="2887133" cy="1595967"/>
          </a:xfrm>
          <a:prstGeom prst="rect">
            <a:avLst/>
          </a:prstGeom>
        </p:spPr>
      </p:pic>
      <p:pic>
        <p:nvPicPr>
          <p:cNvPr id="6" name="Picture 5" descr="label_ce47bb83c0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083" y="4191000"/>
            <a:ext cx="3153833" cy="228600"/>
          </a:xfrm>
          <a:prstGeom prst="rect">
            <a:avLst/>
          </a:prstGeom>
        </p:spPr>
      </p:pic>
      <p:pic>
        <p:nvPicPr>
          <p:cNvPr id="7" name="Picture 6" descr="rule_1b295ff13f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4470400"/>
            <a:ext cx="2286000" cy="8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1500" y="4610100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200" b="0">
                <a:solidFill>
                  <a:srgbClr val="100A16"/>
                </a:solidFill>
                <a:latin typeface="Trebuchet MS"/>
              </a:rPr>
              <a:t>Thank you for taking the time to explore my work. I'm always open to new creative opportunities, collaborations, and projects.</a:t>
            </a:r>
          </a:p>
        </p:txBody>
      </p:sp>
      <p:pic>
        <p:nvPicPr>
          <p:cNvPr id="9" name="Picture 8" descr="card_579487f3a9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2700" y="5232400"/>
            <a:ext cx="2260600" cy="812800"/>
          </a:xfrm>
          <a:prstGeom prst="rect">
            <a:avLst/>
          </a:prstGeom>
        </p:spPr>
      </p:pic>
      <p:pic>
        <p:nvPicPr>
          <p:cNvPr id="10" name="Picture 9" descr="clabel_379a164baec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4117" y="5486400"/>
            <a:ext cx="757767" cy="1989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5664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7A6478"/>
                </a:solidFill>
                <a:latin typeface="Trebuchet MS"/>
              </a:rPr>
              <a:t>+62 8xx-xxxx-xxxx</a:t>
            </a:r>
          </a:p>
        </p:txBody>
      </p:sp>
      <p:pic>
        <p:nvPicPr>
          <p:cNvPr id="12" name="Picture 11" descr="card_579487f3a9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700" y="5232400"/>
            <a:ext cx="2260600" cy="812800"/>
          </a:xfrm>
          <a:prstGeom prst="rect">
            <a:avLst/>
          </a:prstGeom>
        </p:spPr>
      </p:pic>
      <p:pic>
        <p:nvPicPr>
          <p:cNvPr id="13" name="Picture 12" descr="clabel_67ee89674e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8933" y="5486400"/>
            <a:ext cx="474133" cy="1989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80000" y="5664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7A6478"/>
                </a:solidFill>
                <a:latin typeface="Trebuchet MS"/>
              </a:rPr>
              <a:t>hello@email.com</a:t>
            </a:r>
          </a:p>
        </p:txBody>
      </p:sp>
      <p:pic>
        <p:nvPicPr>
          <p:cNvPr id="15" name="Picture 14" descr="card_579487f3a9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8700" y="5232400"/>
            <a:ext cx="2260600" cy="812800"/>
          </a:xfrm>
          <a:prstGeom prst="rect">
            <a:avLst/>
          </a:prstGeom>
        </p:spPr>
      </p:pic>
      <p:pic>
        <p:nvPicPr>
          <p:cNvPr id="16" name="Picture 15" descr="clabel_92a38f7b306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3983" y="5486400"/>
            <a:ext cx="690033" cy="1989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3000" y="5664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7A6478"/>
                </a:solidFill>
                <a:latin typeface="Trebuchet MS"/>
              </a:rPr>
              <a:t>linkedin.com/in/username</a:t>
            </a:r>
          </a:p>
        </p:txBody>
      </p:sp>
      <p:pic>
        <p:nvPicPr>
          <p:cNvPr id="18" name="Picture 17" descr="butterfly_20a33f510c2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2767" y="2027767"/>
            <a:ext cx="1024467" cy="1024467"/>
          </a:xfrm>
          <a:prstGeom prst="rect">
            <a:avLst/>
          </a:prstGeom>
        </p:spPr>
      </p:pic>
      <p:pic>
        <p:nvPicPr>
          <p:cNvPr id="19" name="Picture 18" descr="butterfly_cdeff1cff95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0" y="2349500"/>
            <a:ext cx="762000" cy="762000"/>
          </a:xfrm>
          <a:prstGeom prst="rect">
            <a:avLst/>
          </a:prstGeom>
        </p:spPr>
      </p:pic>
      <p:pic>
        <p:nvPicPr>
          <p:cNvPr id="20" name="Picture 19" descr="butterfly_b48811f7b03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02433" y="4588933"/>
            <a:ext cx="474133" cy="474133"/>
          </a:xfrm>
          <a:prstGeom prst="rect">
            <a:avLst/>
          </a:prstGeom>
        </p:spPr>
      </p:pic>
      <p:pic>
        <p:nvPicPr>
          <p:cNvPr id="21" name="Picture 20" descr="gem_1c0e0a42b20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41000" y="1244600"/>
            <a:ext cx="508000" cy="508000"/>
          </a:xfrm>
          <a:prstGeom prst="rect">
            <a:avLst/>
          </a:prstGeom>
        </p:spPr>
      </p:pic>
      <p:pic>
        <p:nvPicPr>
          <p:cNvPr id="22" name="Picture 21" descr="gem_f45e4d8e82d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0" y="1333500"/>
            <a:ext cx="431800" cy="431800"/>
          </a:xfrm>
          <a:prstGeom prst="rect">
            <a:avLst/>
          </a:prstGeom>
        </p:spPr>
      </p:pic>
      <p:pic>
        <p:nvPicPr>
          <p:cNvPr id="23" name="Picture 22" descr="gem_334be3bb7fe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7167" y="4453467"/>
            <a:ext cx="313267" cy="313267"/>
          </a:xfrm>
          <a:prstGeom prst="rect">
            <a:avLst/>
          </a:prstGeom>
        </p:spPr>
      </p:pic>
      <p:pic>
        <p:nvPicPr>
          <p:cNvPr id="24" name="Picture 23" descr="gem_d18e61770ba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80233" y="3699933"/>
            <a:ext cx="270933" cy="270933"/>
          </a:xfrm>
          <a:prstGeom prst="rect">
            <a:avLst/>
          </a:prstGeom>
        </p:spPr>
      </p:pic>
      <p:pic>
        <p:nvPicPr>
          <p:cNvPr id="25" name="Picture 24" descr="sparkle_bbc524e0d6a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87033" y="1134533"/>
            <a:ext cx="1058333" cy="1058333"/>
          </a:xfrm>
          <a:prstGeom prst="rect">
            <a:avLst/>
          </a:prstGeom>
        </p:spPr>
      </p:pic>
      <p:pic>
        <p:nvPicPr>
          <p:cNvPr id="26" name="Picture 25" descr="sparkle_3a312e4ad3a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98000" y="1181100"/>
            <a:ext cx="812800" cy="812800"/>
          </a:xfrm>
          <a:prstGeom prst="rect">
            <a:avLst/>
          </a:prstGeom>
        </p:spPr>
      </p:pic>
      <p:pic>
        <p:nvPicPr>
          <p:cNvPr id="27" name="Picture 26" descr="sparkle_f6f59fe138e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3067" y="3221567"/>
            <a:ext cx="668867" cy="668867"/>
          </a:xfrm>
          <a:prstGeom prst="rect">
            <a:avLst/>
          </a:prstGeom>
        </p:spPr>
      </p:pic>
      <p:pic>
        <p:nvPicPr>
          <p:cNvPr id="28" name="Picture 27" descr="pearls_ba612107bdc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300" y="5410200"/>
            <a:ext cx="1930400" cy="508000"/>
          </a:xfrm>
          <a:prstGeom prst="rect">
            <a:avLst/>
          </a:prstGeom>
        </p:spPr>
      </p:pic>
      <p:pic>
        <p:nvPicPr>
          <p:cNvPr id="29" name="Picture 28" descr="pearls_6432d9b08e0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12300" y="5410200"/>
            <a:ext cx="1930400" cy="508000"/>
          </a:xfrm>
          <a:prstGeom prst="rect">
            <a:avLst/>
          </a:prstGeom>
        </p:spPr>
      </p:pic>
      <p:pic>
        <p:nvPicPr>
          <p:cNvPr id="30" name="Picture 29" descr="object_a5d19be57c9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78433" y="3488267"/>
            <a:ext cx="855133" cy="719667"/>
          </a:xfrm>
          <a:prstGeom prst="rect">
            <a:avLst/>
          </a:prstGeom>
        </p:spPr>
      </p:pic>
      <p:pic>
        <p:nvPicPr>
          <p:cNvPr id="31" name="Picture 30" descr="object_e4029c372c9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32000" y="3344333"/>
            <a:ext cx="762000" cy="10075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