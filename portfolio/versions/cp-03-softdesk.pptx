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698500"/>
            <a:ext cx="9906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5700" y="711200"/>
            <a:ext cx="9880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54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05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56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17700" y="787400"/>
            <a:ext cx="8356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7700" y="787400"/>
            <a:ext cx="835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2900" y="1498600"/>
            <a:ext cx="107950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7500" y="2044700"/>
            <a:ext cx="2984500" cy="4191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2900" y="1790700"/>
            <a:ext cx="10795000" cy="1270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0" i="0">
                <a:solidFill>
                  <a:srgbClr val="0D0D10"/>
                </a:solidFill>
                <a:latin typeface="Archivo Black"/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900" y="3074035"/>
            <a:ext cx="10795000" cy="1270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0" i="0">
                <a:solidFill>
                  <a:srgbClr val="0D0D10"/>
                </a:solidFill>
                <a:latin typeface="Archivo Black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2900" y="4357370"/>
            <a:ext cx="10795000" cy="1270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800" b="0" i="0">
                <a:solidFill>
                  <a:srgbClr val="0D0D10"/>
                </a:solidFill>
                <a:latin typeface="Archivo Black"/>
              </a:rPr>
              <a:t>portfolio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2900" y="5793105"/>
            <a:ext cx="1016000" cy="38100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2900" y="5958205"/>
            <a:ext cx="10795000" cy="481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0D0D10"/>
                </a:solidFill>
                <a:latin typeface="Archivo Black"/>
              </a:rPr>
              <a:t>Zahra Levina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5600" y="6516370"/>
            <a:ext cx="3556000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00" b="0" i="0">
                <a:solidFill>
                  <a:srgbClr val="8B93A1"/>
                </a:solidFill>
                <a:latin typeface="Space Mono"/>
              </a:rPr>
              <a:t>content production · social media · visual storytelling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77000" y="1422400"/>
            <a:ext cx="2794000" cy="3556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drop portrait</a:t>
            </a:r>
          </a:p>
        </p:txBody>
      </p:sp>
      <p:sp>
        <p:nvSpPr>
          <p:cNvPr id="21" name="Rounded Rectangle 20"/>
          <p:cNvSpPr/>
          <p:nvPr/>
        </p:nvSpPr>
        <p:spPr>
          <a:xfrm rot="360000">
            <a:off x="8636000" y="3492500"/>
            <a:ext cx="1651000" cy="1524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2" name="Oval 21"/>
          <p:cNvSpPr/>
          <p:nvPr/>
        </p:nvSpPr>
        <p:spPr>
          <a:xfrm>
            <a:off x="5842000" y="3810000"/>
            <a:ext cx="1270000" cy="1270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445000"/>
            <a:ext cx="560070" cy="127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4559300"/>
            <a:ext cx="1333500" cy="762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600" y="4559300"/>
            <a:ext cx="1130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editing.jpg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33100" y="1587500"/>
            <a:ext cx="53340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33100" y="1701800"/>
            <a:ext cx="1270000" cy="762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34700" y="17018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shoot.png</a:t>
            </a:r>
          </a:p>
        </p:txBody>
      </p:sp>
      <p:sp>
        <p:nvSpPr>
          <p:cNvPr id="29" name="Rectangle 28"/>
          <p:cNvSpPr/>
          <p:nvPr/>
        </p:nvSpPr>
        <p:spPr>
          <a:xfrm rot="180000">
            <a:off x="10541000" y="4064000"/>
            <a:ext cx="1460500" cy="952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5300" y="4152900"/>
            <a:ext cx="12319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prep → shoot →
edit → publish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7000" y="1498600"/>
            <a:ext cx="10795000" cy="78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>
                <a:solidFill>
                  <a:srgbClr val="8B93A1"/>
                </a:solidFill>
                <a:latin typeface="Archivo Black"/>
              </a:rPr>
              <a:t>hi! i'm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955800"/>
            <a:ext cx="2413000" cy="3683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7000" y="2338070"/>
            <a:ext cx="10795000" cy="1183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0D0D10"/>
                </a:solidFill>
                <a:latin typeface="Archivo Black"/>
              </a:rPr>
              <a:t>zahra.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3711575"/>
            <a:ext cx="4445000" cy="2220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050" b="0" i="0">
                <a:solidFill>
                  <a:srgbClr val="2B3038"/>
                </a:solidFill>
                <a:latin typeface="Inter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050" b="0" i="0">
                <a:solidFill>
                  <a:srgbClr val="2B3038"/>
                </a:solidFill>
                <a:latin typeface="Inter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16" name="Round Same Side Corner Rectangle 15"/>
          <p:cNvSpPr/>
          <p:nvPr/>
        </p:nvSpPr>
        <p:spPr>
          <a:xfrm>
            <a:off x="6540500" y="1422400"/>
            <a:ext cx="3048000" cy="3683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drop portrait</a:t>
            </a:r>
          </a:p>
        </p:txBody>
      </p:sp>
      <p:sp>
        <p:nvSpPr>
          <p:cNvPr id="17" name="Oval 16"/>
          <p:cNvSpPr/>
          <p:nvPr/>
        </p:nvSpPr>
        <p:spPr>
          <a:xfrm>
            <a:off x="9207500" y="1905000"/>
            <a:ext cx="1460500" cy="1460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18" name="Snip Diagonal Corner Rectangle 17"/>
          <p:cNvSpPr/>
          <p:nvPr/>
        </p:nvSpPr>
        <p:spPr>
          <a:xfrm rot="21300000">
            <a:off x="9144000" y="3683000"/>
            <a:ext cx="1587500" cy="1397000"/>
          </a:xfrm>
          <a:prstGeom prst="snip2DiagRect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19" name="Rectangle 18"/>
          <p:cNvSpPr/>
          <p:nvPr/>
        </p:nvSpPr>
        <p:spPr>
          <a:xfrm rot="21480000">
            <a:off x="1460500" y="4699000"/>
            <a:ext cx="1905000" cy="825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4800" y="4787900"/>
            <a:ext cx="1676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content · creative ·
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85500" y="4064000"/>
            <a:ext cx="480060" cy="127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85500" y="4178300"/>
            <a:ext cx="1143000" cy="6985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87100" y="41783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me.jpg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0500" y="5360988"/>
            <a:ext cx="317500" cy="9525"/>
          </a:xfrm>
          <a:prstGeom prst="rect">
            <a:avLst/>
          </a:prstGeom>
          <a:solidFill>
            <a:srgbClr val="8B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1500" y="5270500"/>
            <a:ext cx="2032000" cy="15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 spc="300">
                <a:solidFill>
                  <a:srgbClr val="8B93A1"/>
                </a:solidFill>
                <a:latin typeface="Space Mono"/>
              </a:rPr>
              <a:t>SELECTED 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562100"/>
            <a:ext cx="3556000" cy="3810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97000"/>
            <a:ext cx="5715000" cy="8215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750" b="0" i="0">
                <a:solidFill>
                  <a:srgbClr val="0D0D10"/>
                </a:solidFill>
                <a:latin typeface="Archivo Black"/>
              </a:rPr>
              <a:t>from idea to 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970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70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24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27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178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78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5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86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86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43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94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94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PRODUCE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48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02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02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6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59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64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6700" y="25868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1800" y="24090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1800" y="24090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PUBLISH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7200" y="22312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7000" y="3234531"/>
            <a:ext cx="4826000" cy="123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 i="0">
                <a:solidFill>
                  <a:srgbClr val="2B3038"/>
                </a:solidFill>
                <a:latin typeface="Inter"/>
              </a:rPr>
              <a:t>Good content is not only about the final visual.</a:t>
            </a:r>
          </a:p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 i="0">
                <a:solidFill>
                  <a:srgbClr val="2B3038"/>
                </a:solidFill>
                <a:latin typeface="Inter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0" y="3171031"/>
            <a:ext cx="1905000" cy="1333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content prep</a:t>
            </a:r>
          </a:p>
        </p:txBody>
      </p:sp>
      <p:sp>
        <p:nvSpPr>
          <p:cNvPr id="43" name="Oval 42"/>
          <p:cNvSpPr/>
          <p:nvPr/>
        </p:nvSpPr>
        <p:spPr>
          <a:xfrm>
            <a:off x="8763000" y="3171031"/>
            <a:ext cx="1333500" cy="1333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4" name="Snip Diagonal Corner Rectangle 43"/>
          <p:cNvSpPr/>
          <p:nvPr/>
        </p:nvSpPr>
        <p:spPr>
          <a:xfrm rot="240000">
            <a:off x="8826500" y="4631531"/>
            <a:ext cx="1905000" cy="1016000"/>
          </a:xfrm>
          <a:prstGeom prst="snip2Diag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5" name="Rectangle 44"/>
          <p:cNvSpPr/>
          <p:nvPr/>
        </p:nvSpPr>
        <p:spPr>
          <a:xfrm rot="21480000">
            <a:off x="6667500" y="4695031"/>
            <a:ext cx="1905000" cy="952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1800" y="4783931"/>
            <a:ext cx="16764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check before publish:
caption · crop ·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536700"/>
            <a:ext cx="4064000" cy="3683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71600"/>
            <a:ext cx="6985000" cy="744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0D0D10"/>
                </a:solidFill>
                <a:latin typeface="Archivo Black"/>
              </a:rPr>
              <a:t>content, in different forms.</a:t>
            </a:r>
          </a:p>
        </p:txBody>
      </p:sp>
      <p:sp>
        <p:nvSpPr>
          <p:cNvPr id="14" name="Oval 13"/>
          <p:cNvSpPr/>
          <p:nvPr/>
        </p:nvSpPr>
        <p:spPr>
          <a:xfrm>
            <a:off x="1397000" y="2294255"/>
            <a:ext cx="1524000" cy="1143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7000" y="35769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social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7000" y="40786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7000" y="4180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Instagram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000" y="4434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Stories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4688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Promotional 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7000" y="4942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Campaign content</a:t>
            </a:r>
          </a:p>
        </p:txBody>
      </p:sp>
      <p:sp>
        <p:nvSpPr>
          <p:cNvPr id="21" name="Hexagon 20"/>
          <p:cNvSpPr/>
          <p:nvPr/>
        </p:nvSpPr>
        <p:spPr>
          <a:xfrm>
            <a:off x="3759200" y="2294255"/>
            <a:ext cx="1524000" cy="1143000"/>
          </a:xfrm>
          <a:prstGeom prst="hexagon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9200" y="35769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visual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9200" y="40786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9200" y="4180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Graphic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9200" y="4434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9200" y="4688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Visual 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59200" y="4942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Brand materials</a:t>
            </a:r>
          </a:p>
        </p:txBody>
      </p:sp>
      <p:sp>
        <p:nvSpPr>
          <p:cNvPr id="28" name="Round Same Side Corner Rectangle 27"/>
          <p:cNvSpPr/>
          <p:nvPr/>
        </p:nvSpPr>
        <p:spPr>
          <a:xfrm>
            <a:off x="6121400" y="2294255"/>
            <a:ext cx="1524000" cy="1143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1400" y="35769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1400" y="40786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1400" y="4180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Event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1400" y="4434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Content preparation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1400" y="4688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Creative 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1400" y="4942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Production support</a:t>
            </a:r>
          </a:p>
        </p:txBody>
      </p:sp>
      <p:sp>
        <p:nvSpPr>
          <p:cNvPr id="35" name="Snip Diagonal Corner Rectangle 34"/>
          <p:cNvSpPr/>
          <p:nvPr/>
        </p:nvSpPr>
        <p:spPr>
          <a:xfrm>
            <a:off x="8483600" y="2294255"/>
            <a:ext cx="1524000" cy="1143000"/>
          </a:xfrm>
          <a:prstGeom prst="snip2DiagRect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3600" y="35769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editing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83600" y="40786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3600" y="4180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Photo editing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3600" y="4434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Video editing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3600" y="4688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Short-form 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3600" y="49422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Final asset preparation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49000" y="1905000"/>
            <a:ext cx="45339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49000" y="2019300"/>
            <a:ext cx="10795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0600" y="2019300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sawalaspace — project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1333500" y="1435100"/>
            <a:ext cx="3302000" cy="3302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0" y="4864100"/>
            <a:ext cx="1524000" cy="952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promo content</a:t>
            </a:r>
          </a:p>
        </p:txBody>
      </p:sp>
      <p:sp>
        <p:nvSpPr>
          <p:cNvPr id="14" name="Oval 13"/>
          <p:cNvSpPr/>
          <p:nvPr/>
        </p:nvSpPr>
        <p:spPr>
          <a:xfrm>
            <a:off x="3048000" y="4864100"/>
            <a:ext cx="952500" cy="952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social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0" y="14224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selected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4600" y="1828800"/>
            <a:ext cx="3048000" cy="3683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0000" y="1812528"/>
            <a:ext cx="5080000" cy="9201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0" i="0">
                <a:solidFill>
                  <a:srgbClr val="0D0D10"/>
                </a:solidFill>
                <a:latin typeface="Archivo Black"/>
              </a:rPr>
              <a:t>sawala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0" y="2821543"/>
            <a:ext cx="10795000" cy="31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wellness community &amp; event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0" y="3268028"/>
            <a:ext cx="4826000" cy="1526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0" y="4896168"/>
            <a:ext cx="910621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concept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821" y="4896168"/>
            <a:ext cx="868884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1906" y="4896168"/>
            <a:ext cx="728145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social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0" y="5264468"/>
            <a:ext cx="1044998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campaign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1198" y="5264468"/>
            <a:ext cx="693634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1032" y="5264468"/>
            <a:ext cx="1204611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partnership</a:t>
            </a:r>
          </a:p>
        </p:txBody>
      </p:sp>
      <p:sp>
        <p:nvSpPr>
          <p:cNvPr id="26" name="Snip Diagonal Corner Rectangle 25"/>
          <p:cNvSpPr/>
          <p:nvPr/>
        </p:nvSpPr>
        <p:spPr>
          <a:xfrm rot="21360000">
            <a:off x="8826500" y="4699000"/>
            <a:ext cx="1905000" cy="1143000"/>
          </a:xfrm>
          <a:prstGeom prst="snip2Diag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campaign material</a:t>
            </a:r>
          </a:p>
        </p:txBody>
      </p:sp>
      <p:sp>
        <p:nvSpPr>
          <p:cNvPr id="27" name="Rectangle 26"/>
          <p:cNvSpPr/>
          <p:nvPr/>
        </p:nvSpPr>
        <p:spPr>
          <a:xfrm rot="21480000">
            <a:off x="8826500" y="1524000"/>
            <a:ext cx="1651000" cy="7620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0800" y="1612900"/>
            <a:ext cx="1422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concept → content
→ event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98500"/>
            <a:ext cx="10668000" cy="5270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700" y="711200"/>
            <a:ext cx="10642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95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46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36700" y="787400"/>
            <a:ext cx="9118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700" y="787400"/>
            <a:ext cx="9118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7600" y="1447800"/>
            <a:ext cx="4445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295400"/>
            <a:ext cx="8890000" cy="591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0" i="0">
                <a:solidFill>
                  <a:srgbClr val="0D0D10"/>
                </a:solidFill>
                <a:latin typeface="Archivo Black"/>
              </a:rPr>
              <a:t>making content that has somewhere to go.</a:t>
            </a:r>
          </a:p>
        </p:txBody>
      </p:sp>
      <p:sp>
        <p:nvSpPr>
          <p:cNvPr id="14" name="Round Same Side Corner Rectangle 13"/>
          <p:cNvSpPr/>
          <p:nvPr/>
        </p:nvSpPr>
        <p:spPr>
          <a:xfrm rot="21420000">
            <a:off x="1143000" y="2064702"/>
            <a:ext cx="1524000" cy="1270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000" y="20647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000" y="22552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4000" y="29102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concept · design · copy · social content</a:t>
            </a:r>
          </a:p>
        </p:txBody>
      </p:sp>
      <p:sp>
        <p:nvSpPr>
          <p:cNvPr id="18" name="Oval 17"/>
          <p:cNvSpPr/>
          <p:nvPr/>
        </p:nvSpPr>
        <p:spPr>
          <a:xfrm>
            <a:off x="4495800" y="2064702"/>
            <a:ext cx="1524000" cy="1270000"/>
          </a:xfrm>
          <a:prstGeom prst="ellipse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6800" y="20647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800" y="22552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campaign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6800" y="29102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visual direction · promotional assets</a:t>
            </a:r>
          </a:p>
        </p:txBody>
      </p:sp>
      <p:sp>
        <p:nvSpPr>
          <p:cNvPr id="22" name="Snip Diagonal Corner Rectangle 21"/>
          <p:cNvSpPr/>
          <p:nvPr/>
        </p:nvSpPr>
        <p:spPr>
          <a:xfrm rot="180000">
            <a:off x="7848600" y="2064702"/>
            <a:ext cx="1524000" cy="1270000"/>
          </a:xfrm>
          <a:prstGeom prst="snip2DiagRect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9600" y="20647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9600" y="22552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social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9600" y="2910205"/>
            <a:ext cx="15875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design · copywriting · publishing preparation</a:t>
            </a:r>
          </a:p>
        </p:txBody>
      </p:sp>
      <p:sp>
        <p:nvSpPr>
          <p:cNvPr id="26" name="Hexagon 25"/>
          <p:cNvSpPr/>
          <p:nvPr/>
        </p:nvSpPr>
        <p:spPr>
          <a:xfrm rot="21420000">
            <a:off x="1143000" y="3880802"/>
            <a:ext cx="1524000" cy="1270000"/>
          </a:xfrm>
          <a:prstGeom prst="hexagon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4000" y="38808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4000" y="40713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4000" y="47263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photography · documentation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5800" y="3880802"/>
            <a:ext cx="1524000" cy="1270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6800" y="38808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6800" y="40713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organisational comms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6800" y="47263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visual materials · social media</a:t>
            </a:r>
          </a:p>
        </p:txBody>
      </p:sp>
      <p:sp>
        <p:nvSpPr>
          <p:cNvPr id="34" name="Octagon 33"/>
          <p:cNvSpPr/>
          <p:nvPr/>
        </p:nvSpPr>
        <p:spPr>
          <a:xfrm rot="180000">
            <a:off x="7848600" y="3880802"/>
            <a:ext cx="1524000" cy="1270000"/>
          </a:xfrm>
          <a:prstGeom prst="octagon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0" y="38808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9600" y="4071302"/>
            <a:ext cx="15875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visuals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9600" y="446341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promotional materials ·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www.zahralevina.com/stretch-for-stray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1308100" y="1435100"/>
            <a:ext cx="2921000" cy="3556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5500" y="14224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wellness × social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0100" y="1803400"/>
            <a:ext cx="3937000" cy="3683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5500" y="1799828"/>
            <a:ext cx="5715000" cy="9201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0" i="0">
                <a:solidFill>
                  <a:srgbClr val="0D0D10"/>
                </a:solidFill>
                <a:latin typeface="Archivo Black"/>
              </a:rPr>
              <a:t>stretch for stray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500" y="2834243"/>
            <a:ext cx="4572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2B3038"/>
                </a:solidFill>
                <a:latin typeface="Inter"/>
              </a:rPr>
              <a:t>A wellness event combining movement, community, and support for animal welfare.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3677523"/>
            <a:ext cx="1079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spc="500">
                <a:solidFill>
                  <a:srgbClr val="8B93A1"/>
                </a:solidFill>
                <a:latin typeface="Space Mono"/>
              </a:rPr>
              <a:t>my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5500" y="41347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800" y="40585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Campaign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5500" y="44395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0" y="43633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Promotional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5500" y="47443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800" y="46681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Social media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5500" y="50491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800" y="49729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Partnership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5500" y="53539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800" y="52777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Event coordination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5500" y="5658723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800" y="5582523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Event-day support</a:t>
            </a:r>
          </a:p>
        </p:txBody>
      </p:sp>
      <p:sp>
        <p:nvSpPr>
          <p:cNvPr id="30" name="Rounded Rectangle 29"/>
          <p:cNvSpPr/>
          <p:nvPr/>
        </p:nvSpPr>
        <p:spPr>
          <a:xfrm rot="240000">
            <a:off x="8572500" y="3238500"/>
            <a:ext cx="2032000" cy="1270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social announcement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8763000" y="4699000"/>
            <a:ext cx="1143000" cy="1143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23600" y="4191000"/>
            <a:ext cx="45339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23600" y="4305300"/>
            <a:ext cx="10795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25200" y="4305300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8500" y="698500"/>
            <a:ext cx="10795000" cy="533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1200" y="711200"/>
            <a:ext cx="10769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9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0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11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787400"/>
            <a:ext cx="9245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3200" y="787400"/>
            <a:ext cx="9245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process — camera roll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1409700"/>
            <a:ext cx="3556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1257300"/>
            <a:ext cx="6985000" cy="832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 i="0">
                <a:solidFill>
                  <a:srgbClr val="0D0D10"/>
                </a:solidFill>
                <a:latin typeface="Archivo Black"/>
              </a:rPr>
              <a:t>behind the final post.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0" y="2204085"/>
            <a:ext cx="1072606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806" y="2204085"/>
            <a:ext cx="952034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create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3041" y="2204085"/>
            <a:ext cx="710889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0130" y="2204085"/>
            <a:ext cx="952034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8364" y="2204085"/>
            <a:ext cx="1193179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finalize</a:t>
            </a:r>
          </a:p>
        </p:txBody>
      </p:sp>
      <p:sp>
        <p:nvSpPr>
          <p:cNvPr id="19" name="Snip Diagonal Corner Rectangle 18"/>
          <p:cNvSpPr/>
          <p:nvPr/>
        </p:nvSpPr>
        <p:spPr>
          <a:xfrm rot="21420000">
            <a:off x="1016000" y="2597785"/>
            <a:ext cx="2286000" cy="1206500"/>
          </a:xfrm>
          <a:prstGeom prst="snip2DiagRect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content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8677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prepare</a:t>
            </a:r>
          </a:p>
        </p:txBody>
      </p:sp>
      <p:sp>
        <p:nvSpPr>
          <p:cNvPr id="21" name="Oval 20"/>
          <p:cNvSpPr/>
          <p:nvPr/>
        </p:nvSpPr>
        <p:spPr>
          <a:xfrm rot="120000">
            <a:off x="3568700" y="2597785"/>
            <a:ext cx="2286000" cy="1206500"/>
          </a:xfrm>
          <a:prstGeom prst="ellipse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visual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8677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  <p:sp>
        <p:nvSpPr>
          <p:cNvPr id="23" name="Rounded Rectangle 22"/>
          <p:cNvSpPr/>
          <p:nvPr/>
        </p:nvSpPr>
        <p:spPr>
          <a:xfrm rot="21480000">
            <a:off x="6121400" y="2597785"/>
            <a:ext cx="2286000" cy="1206500"/>
          </a:xfrm>
          <a:prstGeom prst="roundRect">
            <a:avLst>
              <a:gd name="adj" fmla="val 5000"/>
            </a:avLst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design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4100" y="38677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refine</a:t>
            </a:r>
          </a:p>
        </p:txBody>
      </p:sp>
      <p:sp>
        <p:nvSpPr>
          <p:cNvPr id="25" name="Hexagon 24"/>
          <p:cNvSpPr/>
          <p:nvPr/>
        </p:nvSpPr>
        <p:spPr>
          <a:xfrm rot="180000">
            <a:off x="8674100" y="2597785"/>
            <a:ext cx="2286000" cy="1206500"/>
          </a:xfrm>
          <a:prstGeom prst="hexagon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677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  <p:sp>
        <p:nvSpPr>
          <p:cNvPr id="27" name="Round Same Side Corner Rectangle 26"/>
          <p:cNvSpPr/>
          <p:nvPr/>
        </p:nvSpPr>
        <p:spPr>
          <a:xfrm rot="21420000">
            <a:off x="1016000" y="4236085"/>
            <a:ext cx="2286000" cy="12065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editing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55060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edit</a:t>
            </a:r>
          </a:p>
        </p:txBody>
      </p:sp>
      <p:sp>
        <p:nvSpPr>
          <p:cNvPr id="29" name="Snip Single Corner Rectangle 28"/>
          <p:cNvSpPr/>
          <p:nvPr/>
        </p:nvSpPr>
        <p:spPr>
          <a:xfrm rot="120000">
            <a:off x="3568700" y="4236085"/>
            <a:ext cx="2286000" cy="1206500"/>
          </a:xfrm>
          <a:prstGeom prst="snip1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final 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400" y="55060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finalize</a:t>
            </a:r>
          </a:p>
        </p:txBody>
      </p:sp>
      <p:sp>
        <p:nvSpPr>
          <p:cNvPr id="31" name="Octagon 30"/>
          <p:cNvSpPr/>
          <p:nvPr/>
        </p:nvSpPr>
        <p:spPr>
          <a:xfrm rot="21480000">
            <a:off x="6121400" y="4236085"/>
            <a:ext cx="2286000" cy="1206500"/>
          </a:xfrm>
          <a:prstGeom prst="octagon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behind the scenes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4100" y="55060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prepare</a:t>
            </a:r>
          </a:p>
        </p:txBody>
      </p:sp>
      <p:sp>
        <p:nvSpPr>
          <p:cNvPr id="33" name="Rounded Rectangle 32"/>
          <p:cNvSpPr/>
          <p:nvPr/>
        </p:nvSpPr>
        <p:spPr>
          <a:xfrm rot="180000">
            <a:off x="8674100" y="4236085"/>
            <a:ext cx="2286000" cy="1206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506085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524000"/>
            <a:ext cx="3302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71600"/>
            <a:ext cx="5741789" cy="799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50" b="0" i="0">
                <a:solidFill>
                  <a:srgbClr val="0D0D10"/>
                </a:solidFill>
                <a:latin typeface="Archivo Black"/>
              </a:rPr>
              <a:t>the tools i work with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000" y="2374424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000" y="2751852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97000" y="28788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24000" y="29741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1500" y="28788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Canva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7000" y="33614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24000" y="34567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1500" y="33614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Adobe Illustrator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7000" y="38440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24000" y="39393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41500" y="38440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Adobe Photoshop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374424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751852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28788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99000" y="29741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500" y="28788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CapCut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7000" y="2374424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7000" y="2751852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47000" y="28788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74000" y="29741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1500" y="28788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Google Workspace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7000" y="3361452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74000" y="3456702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1500" y="3361452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Microsoft Office</a:t>
            </a:r>
          </a:p>
        </p:txBody>
      </p:sp>
      <p:sp>
        <p:nvSpPr>
          <p:cNvPr id="38" name="Rectangle 37"/>
          <p:cNvSpPr/>
          <p:nvPr/>
        </p:nvSpPr>
        <p:spPr>
          <a:xfrm rot="21540000">
            <a:off x="1397000" y="4699000"/>
            <a:ext cx="5715000" cy="825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1300" y="4787900"/>
            <a:ext cx="5486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7683500" y="3810000"/>
            <a:ext cx="1905000" cy="1778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10900" y="2032000"/>
            <a:ext cx="48006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10900" y="2146300"/>
            <a:ext cx="11430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12500" y="21463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exports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78000" y="825500"/>
            <a:ext cx="8636000" cy="469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90700" y="838200"/>
            <a:ext cx="8610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0400" y="958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95500" y="958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0600" y="958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52700" y="914400"/>
            <a:ext cx="7086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914400"/>
            <a:ext cx="708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mail — new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2500" y="15875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8B93A1"/>
                </a:solidFill>
                <a:latin typeface="Space Mono"/>
              </a:rPr>
              <a:t>say 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7100" y="2032000"/>
            <a:ext cx="4445000" cy="4191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2500" y="2003028"/>
            <a:ext cx="6985000" cy="942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300" b="0" i="0">
                <a:solidFill>
                  <a:srgbClr val="0D0D10"/>
                </a:solidFill>
                <a:latin typeface="Archivo Black"/>
              </a:rPr>
              <a:t>let's make something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2500" y="2957751"/>
            <a:ext cx="10795000" cy="963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 i="0">
                <a:solidFill>
                  <a:srgbClr val="0D0D10"/>
                </a:solidFill>
                <a:latin typeface="Archivo Black"/>
              </a:rPr>
              <a:t>worth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2500" y="4086781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Zahra Levina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2500" y="4575731"/>
            <a:ext cx="1079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spc="200">
                <a:solidFill>
                  <a:srgbClr val="8B93A1"/>
                </a:solidFill>
                <a:latin typeface="Space Mono"/>
              </a:rPr>
              <a:t>Content Production  ·  Creative · Social Media · Visual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2500" y="5032931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3000" y="5032931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+62 8xx-xxxx-xxxx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22500" y="5363131"/>
            <a:ext cx="5715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2500" y="5477431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3000" y="5477431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hello@email.com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2500" y="5807631"/>
            <a:ext cx="5715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2500" y="5921931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3000" y="5921931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linkedin.com/in/username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2500" y="6252131"/>
            <a:ext cx="5715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8382000" y="1587500"/>
            <a:ext cx="1651000" cy="2159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8" name="Rectangle 27"/>
          <p:cNvSpPr/>
          <p:nvPr/>
        </p:nvSpPr>
        <p:spPr>
          <a:xfrm rot="120000">
            <a:off x="8382000" y="3937000"/>
            <a:ext cx="1651000" cy="8890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6300" y="4025900"/>
            <a:ext cx="14224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open to new
content projects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