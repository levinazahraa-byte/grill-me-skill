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09600"/>
            <a:ext cx="6223000" cy="387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641350"/>
            <a:ext cx="6146800" cy="1549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09600"/>
            <a:ext cx="6223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762000"/>
            <a:ext cx="6223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35000"/>
            <a:ext cx="6146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09600"/>
            <a:ext cx="5969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welcome.app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1092200"/>
            <a:ext cx="10795000" cy="346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 spc="400">
                <a:solidFill>
                  <a:srgbClr val="2C7FC9"/>
                </a:solidFill>
                <a:latin typeface="Poppins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700" y="1502569"/>
            <a:ext cx="10795000" cy="1259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 i="0">
                <a:solidFill>
                  <a:srgbClr val="0E3B6B"/>
                </a:solidFill>
                <a:latin typeface="Nunito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2762250"/>
            <a:ext cx="5588000" cy="12596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 i="0">
                <a:solidFill>
                  <a:srgbClr val="2C7FC9"/>
                </a:solidFill>
                <a:latin typeface="Nunito"/>
              </a:rP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700" y="4021931"/>
            <a:ext cx="10795000" cy="903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E3B6B"/>
                </a:solidFill>
                <a:latin typeface="Nunito"/>
              </a:rP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" y="5027216"/>
            <a:ext cx="5207000" cy="41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content production · social media · visual storytelling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85000" y="609600"/>
            <a:ext cx="4699000" cy="387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23100" y="641350"/>
            <a:ext cx="4622800" cy="1549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85000" y="609600"/>
            <a:ext cx="4699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85000" y="762000"/>
            <a:ext cx="4699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23100" y="635000"/>
            <a:ext cx="4622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2000" y="609600"/>
            <a:ext cx="444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portrait.jpg</a:t>
            </a:r>
          </a:p>
        </p:txBody>
      </p:sp>
      <p:sp>
        <p:nvSpPr>
          <p:cNvPr id="30" name="Round Same Side Corner Rectangle 29"/>
          <p:cNvSpPr/>
          <p:nvPr/>
        </p:nvSpPr>
        <p:spPr>
          <a:xfrm>
            <a:off x="7175500" y="1066800"/>
            <a:ext cx="4318000" cy="32258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drop portrait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000" y="4635500"/>
            <a:ext cx="3810000" cy="134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6100" y="4667250"/>
            <a:ext cx="3733800" cy="53848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8000" y="46355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8000" y="4787900"/>
            <a:ext cx="381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100" y="46609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0" y="46355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5080000"/>
            <a:ext cx="10795000" cy="757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E3B6B"/>
                </a:solidFill>
                <a:latin typeface="Nunito"/>
              </a:rPr>
              <a:t>Zahra Levina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600" y="5511800"/>
            <a:ext cx="3302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Content Production · Creative · Social Media · Visual Communication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4635500"/>
            <a:ext cx="7112000" cy="134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10100" y="4667250"/>
            <a:ext cx="7035800" cy="53848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0" y="4635500"/>
            <a:ext cx="7112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4787900"/>
            <a:ext cx="7112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10100" y="4660900"/>
            <a:ext cx="703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9000" y="4635500"/>
            <a:ext cx="685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contact.app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5054600"/>
            <a:ext cx="2070100" cy="6350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51435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53721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61200" y="5054600"/>
            <a:ext cx="2070100" cy="6350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61200" y="51435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1200" y="53721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1800" y="5054600"/>
            <a:ext cx="2070100" cy="6350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1800" y="51435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1800" y="5372100"/>
            <a:ext cx="207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73100"/>
            <a:ext cx="7112000" cy="530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704850"/>
            <a:ext cx="7035800" cy="21234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73100"/>
            <a:ext cx="7112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825500"/>
            <a:ext cx="7112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98500"/>
            <a:ext cx="703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73100"/>
            <a:ext cx="685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about_me.app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1168400"/>
            <a:ext cx="5715000" cy="11592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E3B6B"/>
                </a:solidFill>
                <a:latin typeface="Nunito"/>
              </a:rPr>
              <a:t>HI, I'M ZAHRA.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2429272"/>
            <a:ext cx="1206500" cy="6985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" y="2632472"/>
            <a:ext cx="6477000" cy="260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4000" y="673100"/>
            <a:ext cx="381000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12100" y="704850"/>
            <a:ext cx="3733800" cy="1193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74000" y="6731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4000" y="825500"/>
            <a:ext cx="3810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2100" y="6985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6731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me.jpg</a:t>
            </a:r>
          </a:p>
        </p:txBody>
      </p:sp>
      <p:sp>
        <p:nvSpPr>
          <p:cNvPr id="28" name="Round Same Side Corner Rectangle 27"/>
          <p:cNvSpPr/>
          <p:nvPr/>
        </p:nvSpPr>
        <p:spPr>
          <a:xfrm>
            <a:off x="8039100" y="1117600"/>
            <a:ext cx="3479800" cy="2362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drop photo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4000" y="3822700"/>
            <a:ext cx="381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12100" y="3854450"/>
            <a:ext cx="3733800" cy="863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4000" y="38227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74000" y="3975100"/>
            <a:ext cx="381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12100" y="38481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8227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what i 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1800" y="42545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2545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content + social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1800" y="46482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6482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visual + design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1800" y="50419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0419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events + campaigns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1800" y="54356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4356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editing + publishing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19100"/>
            <a:ext cx="6985000" cy="1104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0E3B6B"/>
                </a:solidFill>
                <a:latin typeface="Nunito"/>
              </a:rPr>
              <a:t>FROM IDEA TO 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815703"/>
            <a:ext cx="14859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5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0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IDEA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209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590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209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0900" y="1815703"/>
            <a:ext cx="14859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590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79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54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09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38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719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338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1815703"/>
            <a:ext cx="14859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719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8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783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38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PREPARE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467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848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467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6700" y="1815703"/>
            <a:ext cx="14859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848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737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912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67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PRODUCE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596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977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596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59600" y="1815703"/>
            <a:ext cx="14859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977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41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596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EDIT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725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6106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725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72500" y="1815703"/>
            <a:ext cx="14859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106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995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170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25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CHECK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854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235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1854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85400" y="1815703"/>
            <a:ext cx="14859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2235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124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6299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854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PUBLISH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8000" y="3161903"/>
            <a:ext cx="6858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46100" y="3193653"/>
            <a:ext cx="6781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08000" y="3161903"/>
            <a:ext cx="6858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8000" y="3314303"/>
            <a:ext cx="6858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6100" y="3187303"/>
            <a:ext cx="6781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000" y="3161903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3900" y="3606403"/>
            <a:ext cx="6350000" cy="1090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1200"/>
              </a:spcAft>
            </a:pPr>
            <a:r>
              <a:rPr sz="950" b="0" i="0">
                <a:solidFill>
                  <a:srgbClr val="10283F"/>
                </a:solidFill>
                <a:latin typeface="Nunito"/>
              </a:rPr>
              <a:t>Good content is not only about the final visual.</a:t>
            </a:r>
          </a:p>
          <a:p>
            <a:pPr algn="l">
              <a:lnSpc>
                <a:spcPct val="170000"/>
              </a:lnSpc>
              <a:spcAft>
                <a:spcPts val="1200"/>
              </a:spcAft>
            </a:pPr>
            <a:r>
              <a:rPr sz="950" b="0" i="0">
                <a:solidFill>
                  <a:srgbClr val="10283F"/>
                </a:solidFill>
                <a:latin typeface="Nunito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20000" y="3161903"/>
            <a:ext cx="4064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658100" y="3193653"/>
            <a:ext cx="3987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20000" y="3161903"/>
            <a:ext cx="4064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20000" y="3314303"/>
            <a:ext cx="4064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658100" y="3187303"/>
            <a:ext cx="3987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47000" y="3161903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camera roll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0" y="3593703"/>
            <a:ext cx="1778000" cy="952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content prep</a:t>
            </a:r>
          </a:p>
        </p:txBody>
      </p:sp>
      <p:sp>
        <p:nvSpPr>
          <p:cNvPr id="84" name="Oval 83"/>
          <p:cNvSpPr/>
          <p:nvPr/>
        </p:nvSpPr>
        <p:spPr>
          <a:xfrm>
            <a:off x="9715500" y="3593703"/>
            <a:ext cx="952500" cy="952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85" name="Snip Diagonal Corner Rectangle 84"/>
          <p:cNvSpPr/>
          <p:nvPr/>
        </p:nvSpPr>
        <p:spPr>
          <a:xfrm rot="300000">
            <a:off x="10795000" y="3657203"/>
            <a:ext cx="762000" cy="825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06400"/>
            <a:ext cx="7620000" cy="9036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E3B6B"/>
                </a:solidFill>
                <a:latin typeface="Nunito"/>
              </a:rPr>
              <a:t>CONTENT, IN DIFFERENT 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602184"/>
            <a:ext cx="2730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social</a:t>
            </a:r>
          </a:p>
        </p:txBody>
      </p:sp>
      <p:sp>
        <p:nvSpPr>
          <p:cNvPr id="20" name="Oval 19"/>
          <p:cNvSpPr/>
          <p:nvPr/>
        </p:nvSpPr>
        <p:spPr>
          <a:xfrm>
            <a:off x="762000" y="1894284"/>
            <a:ext cx="2222500" cy="1206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Instagram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Promotional posts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3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Campaign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67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29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1602184"/>
            <a:ext cx="2730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67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6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visual</a:t>
            </a:r>
          </a:p>
        </p:txBody>
      </p:sp>
      <p:sp>
        <p:nvSpPr>
          <p:cNvPr id="35" name="Hexagon 34"/>
          <p:cNvSpPr/>
          <p:nvPr/>
        </p:nvSpPr>
        <p:spPr>
          <a:xfrm>
            <a:off x="3683000" y="1894284"/>
            <a:ext cx="2222500" cy="12065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06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4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Graphic design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6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4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Layout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6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4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Visual direction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06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4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Brand materials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0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8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0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0000" y="1602184"/>
            <a:ext cx="2730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88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7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production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6604000" y="1894284"/>
            <a:ext cx="2222500" cy="12065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7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5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 documentation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27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5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Content preparation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27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05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Creative coordination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27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5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Production support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71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09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71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71000" y="1602184"/>
            <a:ext cx="27305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309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98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editing</a:t>
            </a:r>
          </a:p>
        </p:txBody>
      </p:sp>
      <p:sp>
        <p:nvSpPr>
          <p:cNvPr id="65" name="Snip Diagonal Corner Rectangle 64"/>
          <p:cNvSpPr/>
          <p:nvPr/>
        </p:nvSpPr>
        <p:spPr>
          <a:xfrm>
            <a:off x="9525000" y="1894284"/>
            <a:ext cx="2222500" cy="1206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48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26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Photo editing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48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26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Video editing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48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26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Short-form content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48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26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Final asset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09600"/>
            <a:ext cx="4572000" cy="537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641350"/>
            <a:ext cx="4495800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09600"/>
            <a:ext cx="4572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762000"/>
            <a:ext cx="4572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35000"/>
            <a:ext cx="449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09600"/>
            <a:ext cx="431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sawala_space.jpg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685800" y="1054100"/>
            <a:ext cx="4216400" cy="30480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16400"/>
            <a:ext cx="1905000" cy="1143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promo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2730500" y="4216400"/>
            <a:ext cx="1143000" cy="11430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social post</a:t>
            </a:r>
          </a:p>
        </p:txBody>
      </p:sp>
      <p:sp>
        <p:nvSpPr>
          <p:cNvPr id="22" name="Snip Diagonal Corner Rectangle 21"/>
          <p:cNvSpPr/>
          <p:nvPr/>
        </p:nvSpPr>
        <p:spPr>
          <a:xfrm rot="240000">
            <a:off x="4000500" y="4279900"/>
            <a:ext cx="889000" cy="1016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campaign material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0" y="609600"/>
            <a:ext cx="6350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72100" y="641350"/>
            <a:ext cx="6273800" cy="1320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34000" y="609600"/>
            <a:ext cx="6350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34000" y="762000"/>
            <a:ext cx="6350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72100" y="635000"/>
            <a:ext cx="627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1000" y="609600"/>
            <a:ext cx="609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project.app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0" y="1079500"/>
            <a:ext cx="5588000" cy="104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0E3B6B"/>
                </a:solidFill>
                <a:latin typeface="Nunito"/>
              </a:rPr>
              <a:t>SAWALA 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0700" y="2192734"/>
            <a:ext cx="10795000" cy="346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C7FC9"/>
                </a:solidFill>
                <a:latin typeface="Nunito"/>
              </a:rPr>
              <a:t>WELLNESS COMMUNITY &amp; EVENT PROJECT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700" y="2628503"/>
            <a:ext cx="9525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8000" y="2793603"/>
            <a:ext cx="5715000" cy="1164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0" y="4102100"/>
            <a:ext cx="6350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72100" y="4133850"/>
            <a:ext cx="6273800" cy="751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34000" y="4102100"/>
            <a:ext cx="635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34000" y="4254500"/>
            <a:ext cx="635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72100" y="4127500"/>
            <a:ext cx="627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1000" y="4102100"/>
            <a:ext cx="609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my role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7200" y="4584700"/>
            <a:ext cx="1169617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CONCEPT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95717" y="4584700"/>
            <a:ext cx="1178352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CONTENT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2969" y="4584700"/>
            <a:ext cx="974414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SOCIAL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7200" y="5105400"/>
            <a:ext cx="1292993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CAMPAIGN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19093" y="5105400"/>
            <a:ext cx="886627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EVENT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94620" y="5105400"/>
            <a:ext cx="1611895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PARTNERSHIP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37200" y="5626100"/>
            <a:ext cx="5842000" cy="4826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"/>
            <a:ext cx="9525000" cy="721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0E3B6B"/>
                </a:solidFill>
                <a:latin typeface="Nunito"/>
              </a:rPr>
              <a:t>MAKING CONTENT THAT HAS SOMEWHERE TO 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394222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 promotion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673100" y="1673622"/>
            <a:ext cx="1587500" cy="15240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00" y="17117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concept · design · copy · social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8000" y="1394222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5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campaign content</a:t>
            </a:r>
          </a:p>
        </p:txBody>
      </p:sp>
      <p:sp>
        <p:nvSpPr>
          <p:cNvPr id="29" name="Oval 28"/>
          <p:cNvSpPr/>
          <p:nvPr/>
        </p:nvSpPr>
        <p:spPr>
          <a:xfrm>
            <a:off x="4483100" y="1673622"/>
            <a:ext cx="1587500" cy="15240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000" y="17117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visual direction · promotional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2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0" y="1394222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6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social content</a:t>
            </a:r>
          </a:p>
        </p:txBody>
      </p:sp>
      <p:sp>
        <p:nvSpPr>
          <p:cNvPr id="38" name="Snip Diagonal Corner Rectangle 37"/>
          <p:cNvSpPr/>
          <p:nvPr/>
        </p:nvSpPr>
        <p:spPr>
          <a:xfrm>
            <a:off x="8293100" y="1673622"/>
            <a:ext cx="1587500" cy="1524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0" y="17117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design · copywriting · publishing preparation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8000" y="3883422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 documentation</a:t>
            </a:r>
          </a:p>
        </p:txBody>
      </p:sp>
      <p:sp>
        <p:nvSpPr>
          <p:cNvPr id="47" name="Hexagon 46"/>
          <p:cNvSpPr/>
          <p:nvPr/>
        </p:nvSpPr>
        <p:spPr>
          <a:xfrm>
            <a:off x="673100" y="4162822"/>
            <a:ext cx="1587500" cy="15240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3000" y="42009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photography · documentation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1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5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1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18000" y="3883422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5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4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organisational comms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3100" y="4162822"/>
            <a:ext cx="1587500" cy="1524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3000" y="42009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visual materials · social media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2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6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2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28000" y="3883422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6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event visuals</a:t>
            </a:r>
          </a:p>
        </p:txBody>
      </p:sp>
      <p:sp>
        <p:nvSpPr>
          <p:cNvPr id="65" name="Octagon 64"/>
          <p:cNvSpPr/>
          <p:nvPr/>
        </p:nvSpPr>
        <p:spPr>
          <a:xfrm>
            <a:off x="8293100" y="4162822"/>
            <a:ext cx="1587500" cy="1524000"/>
          </a:xfrm>
          <a:prstGeom prst="oct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33000" y="4200922"/>
            <a:ext cx="1587500" cy="69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6688A"/>
                </a:solidFill>
                <a:latin typeface="Nunito"/>
              </a:rPr>
              <a:t>promotional materials · coordination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3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09600"/>
            <a:ext cx="3937000" cy="537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641350"/>
            <a:ext cx="3860800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09600"/>
            <a:ext cx="393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762000"/>
            <a:ext cx="393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35000"/>
            <a:ext cx="386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09600"/>
            <a:ext cx="368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poster.jpg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673100" y="1054100"/>
            <a:ext cx="3606800" cy="47498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poster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9000" y="6096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37100" y="641350"/>
            <a:ext cx="6908800" cy="1066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99000" y="609600"/>
            <a:ext cx="6985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99000" y="762000"/>
            <a:ext cx="6985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37100" y="635000"/>
            <a:ext cx="6908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6000" y="609600"/>
            <a:ext cx="673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0" y="1066800"/>
            <a:ext cx="107950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 spc="300">
                <a:solidFill>
                  <a:srgbClr val="2C7FC9"/>
                </a:solidFill>
                <a:latin typeface="Poppins"/>
              </a:rPr>
              <a:t>WELLNESS × SOCIAL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0300" y="1458912"/>
            <a:ext cx="6223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STRETCH FOR STRAY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5700" y="2551906"/>
            <a:ext cx="9525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3000" y="2742406"/>
            <a:ext cx="6223000" cy="85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A wellness event combining movement, community, and support for animal welfare.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9000" y="3467100"/>
            <a:ext cx="4191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37100" y="3498850"/>
            <a:ext cx="4114800" cy="1005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99000" y="3467100"/>
            <a:ext cx="4191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99000" y="3619500"/>
            <a:ext cx="4191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37100" y="3492500"/>
            <a:ext cx="4114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6000" y="34671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my contribution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64100" y="38989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78400" y="39814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7000" y="38989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Campaign concept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4100" y="42291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78400" y="43116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07000" y="42291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Promotional content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64100" y="45593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78400" y="46418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7000" y="45593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Social media communication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64100" y="48895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78400" y="49720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7000" y="48895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Partnership communication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64100" y="52197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78400" y="53022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07000" y="52197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Event coordination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64100" y="55499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978400" y="56324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07000" y="55499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Event-day support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3467100"/>
            <a:ext cx="2540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82100" y="3498850"/>
            <a:ext cx="2463800" cy="1005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44000" y="3467100"/>
            <a:ext cx="2540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0" y="3619500"/>
            <a:ext cx="2540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82100" y="3492500"/>
            <a:ext cx="246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1000" y="346710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docs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96400" y="3898900"/>
            <a:ext cx="2235200" cy="952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social announcement</a:t>
            </a:r>
          </a:p>
        </p:txBody>
      </p:sp>
      <p:sp>
        <p:nvSpPr>
          <p:cNvPr id="61" name="Snip Diagonal Corner Rectangle 60"/>
          <p:cNvSpPr/>
          <p:nvPr/>
        </p:nvSpPr>
        <p:spPr>
          <a:xfrm>
            <a:off x="9296400" y="4953000"/>
            <a:ext cx="2235200" cy="825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"/>
            <a:ext cx="6985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BEHIND THE FINAL POST.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499394"/>
            <a:ext cx="1093908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0808" y="1499394"/>
            <a:ext cx="994366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4074" y="1499394"/>
            <a:ext cx="683013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5988" y="1499394"/>
            <a:ext cx="909707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94" y="1499394"/>
            <a:ext cx="1087438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FINALIZE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61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0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" y="2121694"/>
            <a:ext cx="2667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61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prepare</a:t>
            </a:r>
          </a:p>
        </p:txBody>
      </p:sp>
      <p:sp>
        <p:nvSpPr>
          <p:cNvPr id="25" name="Snip Diagonal Corner Rectangle 24"/>
          <p:cNvSpPr/>
          <p:nvPr/>
        </p:nvSpPr>
        <p:spPr>
          <a:xfrm>
            <a:off x="635000" y="2375694"/>
            <a:ext cx="2413000" cy="10287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content preparation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82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163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82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8200" y="2121694"/>
            <a:ext cx="266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63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52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32" name="Oval 31"/>
          <p:cNvSpPr/>
          <p:nvPr/>
        </p:nvSpPr>
        <p:spPr>
          <a:xfrm>
            <a:off x="3505200" y="2375694"/>
            <a:ext cx="2413000" cy="10287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visual draft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4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865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484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8400" y="2121694"/>
            <a:ext cx="26670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865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54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refine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5400" y="2375694"/>
            <a:ext cx="2413000" cy="10287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design versions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86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567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186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18600" y="2121694"/>
            <a:ext cx="26670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567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56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46" name="Hexagon 45"/>
          <p:cNvSpPr/>
          <p:nvPr/>
        </p:nvSpPr>
        <p:spPr>
          <a:xfrm>
            <a:off x="9245600" y="2375694"/>
            <a:ext cx="2413000" cy="10287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photography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80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61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80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8000" y="3836194"/>
            <a:ext cx="2667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61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edit</a:t>
            </a:r>
          </a:p>
        </p:txBody>
      </p:sp>
      <p:sp>
        <p:nvSpPr>
          <p:cNvPr id="53" name="Round Same Side Corner Rectangle 52"/>
          <p:cNvSpPr/>
          <p:nvPr/>
        </p:nvSpPr>
        <p:spPr>
          <a:xfrm>
            <a:off x="635000" y="4090194"/>
            <a:ext cx="2413000" cy="10287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editing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782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163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3782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78200" y="3836194"/>
            <a:ext cx="266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4163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52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finalize</a:t>
            </a:r>
          </a:p>
        </p:txBody>
      </p:sp>
      <p:sp>
        <p:nvSpPr>
          <p:cNvPr id="60" name="Snip Single Corner Rectangle 59"/>
          <p:cNvSpPr/>
          <p:nvPr/>
        </p:nvSpPr>
        <p:spPr>
          <a:xfrm>
            <a:off x="3505200" y="4090194"/>
            <a:ext cx="2413000" cy="1028700"/>
          </a:xfrm>
          <a:prstGeom prst="snip1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final asset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4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865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484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48400" y="3836194"/>
            <a:ext cx="26670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865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54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prepare</a:t>
            </a:r>
          </a:p>
        </p:txBody>
      </p:sp>
      <p:sp>
        <p:nvSpPr>
          <p:cNvPr id="67" name="Octagon 66"/>
          <p:cNvSpPr/>
          <p:nvPr/>
        </p:nvSpPr>
        <p:spPr>
          <a:xfrm>
            <a:off x="6375400" y="4090194"/>
            <a:ext cx="2413000" cy="1028700"/>
          </a:xfrm>
          <a:prstGeom prst="oct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behind the scenes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186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567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186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18600" y="3836194"/>
            <a:ext cx="26670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567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456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5600" y="4090194"/>
            <a:ext cx="2413000" cy="10287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06400"/>
            <a:ext cx="6985000" cy="104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0E3B6B"/>
                </a:solidFill>
                <a:latin typeface="Nunito"/>
              </a:rPr>
              <a:t>THE TOOLS I WORK WITH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748234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Canva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6753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5500" y="27959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6500" y="26753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Adobe Illustrator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849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5500" y="34055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6500" y="32849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Adobe Photoshop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8000" y="1748234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5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video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9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3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CapCut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6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2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0" y="1748234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workflow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Google Workspace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05800" y="26753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5500" y="27959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6500" y="26753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Microsoft Office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8000" y="4580334"/>
            <a:ext cx="7366000" cy="14013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6100" y="4612084"/>
            <a:ext cx="7289800" cy="560546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8000" y="4580334"/>
            <a:ext cx="7366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8000" y="4732734"/>
            <a:ext cx="7366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6100" y="4605734"/>
            <a:ext cx="728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000" y="4580334"/>
            <a:ext cx="711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note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5012134"/>
            <a:ext cx="6858000" cy="83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28000" y="4580334"/>
            <a:ext cx="3556000" cy="14013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166100" y="4612084"/>
            <a:ext cx="3479800" cy="560546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28000" y="4580334"/>
            <a:ext cx="3556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0" y="4732734"/>
            <a:ext cx="3556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66100" y="4605734"/>
            <a:ext cx="347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55000" y="4580334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exports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0400" y="4999434"/>
            <a:ext cx="1524000" cy="698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4" name="Oval 63"/>
          <p:cNvSpPr/>
          <p:nvPr/>
        </p:nvSpPr>
        <p:spPr>
          <a:xfrm>
            <a:off x="9969500" y="4999434"/>
            <a:ext cx="698500" cy="698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5" name="Snip Diagonal Corner Rectangle 64"/>
          <p:cNvSpPr/>
          <p:nvPr/>
        </p:nvSpPr>
        <p:spPr>
          <a:xfrm rot="240000">
            <a:off x="10769600" y="5037534"/>
            <a:ext cx="762000" cy="635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13000" y="952500"/>
            <a:ext cx="7366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1100" y="984250"/>
            <a:ext cx="7289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3000" y="952500"/>
            <a:ext cx="7366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3000" y="1104900"/>
            <a:ext cx="7366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51100" y="977900"/>
            <a:ext cx="728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0000" y="952500"/>
            <a:ext cx="711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share.app</a:t>
            </a:r>
          </a:p>
        </p:txBody>
      </p:sp>
      <p:sp>
        <p:nvSpPr>
          <p:cNvPr id="19" name="Oval 18"/>
          <p:cNvSpPr/>
          <p:nvPr/>
        </p:nvSpPr>
        <p:spPr>
          <a:xfrm>
            <a:off x="5753100" y="1460500"/>
            <a:ext cx="685800" cy="685800"/>
          </a:xfrm>
          <a:prstGeom prst="ellipse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3000" y="2298700"/>
            <a:ext cx="7366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LET'S MAKE SOMETHING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00" y="3315494"/>
            <a:ext cx="7366000" cy="1004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WORTH SHARING.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0" y="4433888"/>
            <a:ext cx="7366000" cy="5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C7FC9"/>
                </a:solidFill>
                <a:latin typeface="Nunito"/>
              </a:rPr>
              <a:t>Zahra Levina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3000" y="5041503"/>
            <a:ext cx="7366000" cy="31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6688A"/>
                </a:solidFill>
                <a:latin typeface="Nunito"/>
              </a:rPr>
              <a:t>Content Production  ·  Creative · Social Media · Visual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86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86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86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11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911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11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136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136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