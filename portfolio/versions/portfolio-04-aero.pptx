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762000"/>
            <a:ext cx="6350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793750"/>
            <a:ext cx="6273800" cy="149352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762000"/>
            <a:ext cx="6350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927100"/>
            <a:ext cx="6350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600" y="787400"/>
            <a:ext cx="6273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762000"/>
            <a:ext cx="6070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welcome.app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" y="1308100"/>
            <a:ext cx="571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800" b="0" i="0">
                <a:solidFill>
                  <a:srgbClr val="2C7FC9"/>
                </a:solidFill>
                <a:latin typeface="Nunito"/>
              </a:rPr>
              <a:t>hi, i'm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1638300"/>
            <a:ext cx="571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7600" b="1" i="0">
                <a:solidFill>
                  <a:srgbClr val="0E3B6B"/>
                </a:solidFill>
                <a:latin typeface="Nunito"/>
              </a:rPr>
              <a:t>ZAHRA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00" y="2730500"/>
            <a:ext cx="571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5800" b="1" i="0">
                <a:solidFill>
                  <a:srgbClr val="2C7FC9"/>
                </a:solidFill>
                <a:latin typeface="Nunito"/>
              </a:rPr>
              <a:t>LEVINA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" y="358140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creative · content · marketing · visual communication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5500" y="762000"/>
            <a:ext cx="4445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13600" y="793750"/>
            <a:ext cx="4368800" cy="149352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75500" y="762000"/>
            <a:ext cx="4445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75500" y="927100"/>
            <a:ext cx="4445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13600" y="787400"/>
            <a:ext cx="4368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762000"/>
            <a:ext cx="4165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portrait.jpg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6000" y="1257300"/>
            <a:ext cx="4064000" cy="2844800"/>
          </a:xfrm>
          <a:prstGeom prst="roundRect">
            <a:avLst>
              <a:gd name="adj" fmla="val 4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portrait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" y="4483100"/>
            <a:ext cx="3937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9600" y="4514850"/>
            <a:ext cx="3860800" cy="64008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1500" y="4483100"/>
            <a:ext cx="3937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" y="4648200"/>
            <a:ext cx="3937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09600" y="4508500"/>
            <a:ext cx="386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200" y="4483100"/>
            <a:ext cx="365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now playing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400" y="4978400"/>
            <a:ext cx="3302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1" i="0">
                <a:solidFill>
                  <a:srgbClr val="0E3B6B"/>
                </a:solidFill>
                <a:latin typeface="Nunito"/>
              </a:rPr>
              <a:t>portfolio_2026.mp4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7400" y="5359400"/>
            <a:ext cx="3302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7400" y="5359400"/>
            <a:ext cx="2032000" cy="88900"/>
          </a:xfrm>
          <a:prstGeom prst="roundRect">
            <a:avLst>
              <a:gd name="adj" fmla="val 50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7400" y="55499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3728B"/>
                </a:solidFill>
                <a:latin typeface="Nunito"/>
              </a:rPr>
              <a:t>creative · content · marketing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62500" y="4483100"/>
            <a:ext cx="6858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00600" y="4514850"/>
            <a:ext cx="6781800" cy="64008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62500" y="4483100"/>
            <a:ext cx="6858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62500" y="4648200"/>
            <a:ext cx="6858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00600" y="4508500"/>
            <a:ext cx="6781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2200" y="4483100"/>
            <a:ext cx="6578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contact.app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16500" y="5029200"/>
            <a:ext cx="1968500" cy="6985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16500" y="51435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WhatsApp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16500" y="53975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+62 8xx-xxxx-xxxx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75500" y="5029200"/>
            <a:ext cx="1968500" cy="6985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75500" y="51435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Email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5500" y="53975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hello@email.com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5029200"/>
            <a:ext cx="1968500" cy="6985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34500" y="51435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LinkedIn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34500" y="5397500"/>
            <a:ext cx="1968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linkedin.com/in/username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762000"/>
            <a:ext cx="7112000" cy="5245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793750"/>
            <a:ext cx="7035800" cy="2202942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762000"/>
            <a:ext cx="7112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927100"/>
            <a:ext cx="7112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600" y="787400"/>
            <a:ext cx="7035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762000"/>
            <a:ext cx="6832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about_me.app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" y="1346200"/>
            <a:ext cx="571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600" b="1" i="0">
                <a:solidFill>
                  <a:srgbClr val="0E3B6B"/>
                </a:solidFill>
                <a:latin typeface="Nunito"/>
              </a:rPr>
              <a:t>HI, I'M ZAHRA.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700" y="22225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000" y="2489200"/>
            <a:ext cx="6350000" cy="330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I'm a creative and marketing enthusiast with experience in content creation, social media, graphic design, event management, and brand partnerships.</a:t>
            </a:r>
          </a:p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With a background in agricultural community development, I've had the opportunity to work across different environments—from student organizations and research projects to building a wellness community through Sawala Space.</a:t>
            </a:r>
          </a:p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I enjoy turning ideas into clear, engaging, and purposeful creative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7500" y="762000"/>
            <a:ext cx="3683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75600" y="793750"/>
            <a:ext cx="3606800" cy="13868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37500" y="762000"/>
            <a:ext cx="3683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37500" y="927100"/>
            <a:ext cx="3683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75600" y="787400"/>
            <a:ext cx="3606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7200" y="762000"/>
            <a:ext cx="3403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me.jpg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2600" y="1244600"/>
            <a:ext cx="3352800" cy="2628900"/>
          </a:xfrm>
          <a:prstGeom prst="roundRect">
            <a:avLst>
              <a:gd name="adj" fmla="val 4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7500" y="4229100"/>
            <a:ext cx="3683000" cy="17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75600" y="4260850"/>
            <a:ext cx="3606800" cy="74676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37500" y="4229100"/>
            <a:ext cx="3683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37500" y="4394200"/>
            <a:ext cx="3683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5600" y="4254500"/>
            <a:ext cx="3606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7200" y="4229100"/>
            <a:ext cx="3403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quick facts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8000" y="4699000"/>
            <a:ext cx="3302000" cy="2667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5800" y="4699000"/>
            <a:ext cx="254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10283F"/>
                </a:solidFill>
                <a:latin typeface="Nunito"/>
              </a:rPr>
              <a:t>creative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8000" y="5029200"/>
            <a:ext cx="3302000" cy="2667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5800" y="5029200"/>
            <a:ext cx="254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10283F"/>
                </a:solidFill>
                <a:latin typeface="Nunito"/>
              </a:rPr>
              <a:t>content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8000" y="5359400"/>
            <a:ext cx="3302000" cy="2667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5800" y="5359400"/>
            <a:ext cx="254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10283F"/>
                </a:solidFill>
                <a:latin typeface="Nunito"/>
              </a:rPr>
              <a:t>marketing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8000" y="5689600"/>
            <a:ext cx="3302000" cy="2667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5800" y="5689600"/>
            <a:ext cx="254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10283F"/>
                </a:solidFill>
                <a:latin typeface="Nunito"/>
              </a:rPr>
              <a:t>visual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44500"/>
            <a:ext cx="571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200" b="1" i="0">
                <a:solidFill>
                  <a:srgbClr val="0E3B6B"/>
                </a:solidFill>
                <a:latin typeface="Nunito"/>
              </a:rPr>
              <a:t>WHAT I 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397000"/>
            <a:ext cx="53340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9600" y="1428750"/>
            <a:ext cx="5257800" cy="93345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" y="1397000"/>
            <a:ext cx="5334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1562100"/>
            <a:ext cx="5334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9600" y="1422400"/>
            <a:ext cx="5257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200" y="1397000"/>
            <a:ext cx="5054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01 · 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" y="1943100"/>
            <a:ext cx="609600" cy="609600"/>
          </a:xfrm>
          <a:prstGeom prst="roundRect">
            <a:avLst>
              <a:gd name="adj" fmla="val 26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" y="208280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Nunito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2900" y="1981200"/>
            <a:ext cx="3937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0">
                <a:solidFill>
                  <a:srgbClr val="0E3B6B"/>
                </a:solidFill>
                <a:latin typeface="Nunito"/>
              </a:rPr>
              <a:t>Content &amp; Social 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5600" y="2438400"/>
            <a:ext cx="393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Content creation · social media · copywriting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3000" y="1397000"/>
            <a:ext cx="53340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1100" y="1428750"/>
            <a:ext cx="5257800" cy="93345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3000" y="1397000"/>
            <a:ext cx="5334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3000" y="1562100"/>
            <a:ext cx="5334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1100" y="1422400"/>
            <a:ext cx="5257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2700" y="1397000"/>
            <a:ext cx="5054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02 · module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1600" y="1943100"/>
            <a:ext cx="609600" cy="609600"/>
          </a:xfrm>
          <a:prstGeom prst="roundRect">
            <a:avLst>
              <a:gd name="adj" fmla="val 26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1600" y="208280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Nunito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4400" y="1981200"/>
            <a:ext cx="3937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0">
                <a:solidFill>
                  <a:srgbClr val="0E3B6B"/>
                </a:solidFill>
                <a:latin typeface="Nunito"/>
              </a:rPr>
              <a:t>Creative &amp; Visual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7100" y="2438400"/>
            <a:ext cx="393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Graphic design · visual communication · campaign materials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3822700"/>
            <a:ext cx="53340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9600" y="3854450"/>
            <a:ext cx="5257800" cy="93345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71500" y="3822700"/>
            <a:ext cx="5334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1500" y="3987800"/>
            <a:ext cx="5334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9600" y="3848100"/>
            <a:ext cx="5257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3822700"/>
            <a:ext cx="5054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03 · module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" y="4368800"/>
            <a:ext cx="609600" cy="609600"/>
          </a:xfrm>
          <a:prstGeom prst="roundRect">
            <a:avLst>
              <a:gd name="adj" fmla="val 26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" y="450850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Nunito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12900" y="4406900"/>
            <a:ext cx="3937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0">
                <a:solidFill>
                  <a:srgbClr val="0E3B6B"/>
                </a:solidFill>
                <a:latin typeface="Nunito"/>
              </a:rPr>
              <a:t>Marketing &amp; 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5600" y="4864100"/>
            <a:ext cx="393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Campaign development · event management · brand partnerships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22700"/>
            <a:ext cx="53340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61100" y="3854450"/>
            <a:ext cx="5257800" cy="93345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23000" y="3822700"/>
            <a:ext cx="5334000" cy="330200"/>
          </a:xfrm>
          <a:prstGeom prst="roundRect">
            <a:avLst>
              <a:gd name="adj" fmla="val 96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23000" y="3987800"/>
            <a:ext cx="5334000" cy="1651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61100" y="3848100"/>
            <a:ext cx="5257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2700" y="3822700"/>
            <a:ext cx="5054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04 · module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51600" y="4368800"/>
            <a:ext cx="609600" cy="609600"/>
          </a:xfrm>
          <a:prstGeom prst="roundRect">
            <a:avLst>
              <a:gd name="adj" fmla="val 26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1600" y="4508500"/>
            <a:ext cx="609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Nunito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4400" y="4406900"/>
            <a:ext cx="3937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500" b="1" i="0">
                <a:solidFill>
                  <a:srgbClr val="0E3B6B"/>
                </a:solidFill>
                <a:latin typeface="Nunito"/>
              </a:rPr>
              <a:t>Communication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7100" y="4864100"/>
            <a:ext cx="393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Community engagement · collaboration · project coordination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7000" y="6286500"/>
            <a:ext cx="4318000" cy="469900"/>
          </a:xfrm>
          <a:prstGeom prst="roundRect">
            <a:avLst>
              <a:gd name="adj" fmla="val 30000"/>
            </a:avLst>
          </a:prstGeom>
          <a:solidFill>
            <a:srgbClr val="FFFFFF">
              <a:alpha val="72000"/>
            </a:srgbClr>
          </a:solidFill>
          <a:ln>
            <a:noFill/>
          </a:ln>
          <a:effectLst>
            <a:outerShdw blurRad="330200" dist="1016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1148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8006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864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722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8580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5438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685800"/>
            <a:ext cx="7874000" cy="5321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717550"/>
            <a:ext cx="7797800" cy="2234946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685800"/>
            <a:ext cx="7874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850900"/>
            <a:ext cx="7874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600" y="711200"/>
            <a:ext cx="7797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685800"/>
            <a:ext cx="7594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where i've been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400" y="1231900"/>
            <a:ext cx="7442200" cy="812800"/>
          </a:xfrm>
          <a:prstGeom prst="roundRect">
            <a:avLst>
              <a:gd name="adj" fmla="val 1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2500" y="1397000"/>
            <a:ext cx="482600" cy="482600"/>
          </a:xfrm>
          <a:prstGeom prst="roundRect">
            <a:avLst>
              <a:gd name="adj" fmla="val 24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51000" y="13843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1" i="0">
                <a:solidFill>
                  <a:srgbClr val="0E3B6B"/>
                </a:solidFill>
                <a:latin typeface="Nunito"/>
              </a:rPr>
              <a:t>Sawala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3700" y="1689100"/>
            <a:ext cx="5080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Co-Founder · Creative &amp; 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0" y="1231900"/>
            <a:ext cx="5080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9DBDD6"/>
                </a:solidFill>
                <a:latin typeface="Poppins"/>
              </a:rPr>
              <a:t>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7400" y="2171700"/>
            <a:ext cx="7442200" cy="812800"/>
          </a:xfrm>
          <a:prstGeom prst="roundRect">
            <a:avLst>
              <a:gd name="adj" fmla="val 1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2500" y="2336800"/>
            <a:ext cx="482600" cy="482600"/>
          </a:xfrm>
          <a:prstGeom prst="roundRect">
            <a:avLst>
              <a:gd name="adj" fmla="val 24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51000" y="23241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1" i="0">
                <a:solidFill>
                  <a:srgbClr val="0E3B6B"/>
                </a:solidFill>
                <a:latin typeface="Nunito"/>
              </a:rPr>
              <a:t>Kementerian Pertanian 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3700" y="2628900"/>
            <a:ext cx="5080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Intern · Administration &amp; Partnership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2171700"/>
            <a:ext cx="5080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9DBDD6"/>
                </a:solidFill>
                <a:latin typeface="Poppins"/>
              </a:rPr>
              <a:t>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7400" y="3111500"/>
            <a:ext cx="7442200" cy="812800"/>
          </a:xfrm>
          <a:prstGeom prst="roundRect">
            <a:avLst>
              <a:gd name="adj" fmla="val 1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2500" y="3276600"/>
            <a:ext cx="482600" cy="482600"/>
          </a:xfrm>
          <a:prstGeom prst="roundRect">
            <a:avLst>
              <a:gd name="adj" fmla="val 24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1000" y="32639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1" i="0">
                <a:solidFill>
                  <a:srgbClr val="0E3B6B"/>
                </a:solidFill>
                <a:latin typeface="Nunito"/>
              </a:rPr>
              <a:t>IPB University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3700" y="3568700"/>
            <a:ext cx="5080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Research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3111500"/>
            <a:ext cx="5080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9DBDD6"/>
                </a:solidFill>
                <a:latin typeface="Poppins"/>
              </a:rPr>
              <a:t>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7400" y="4051300"/>
            <a:ext cx="7442200" cy="812800"/>
          </a:xfrm>
          <a:prstGeom prst="roundRect">
            <a:avLst>
              <a:gd name="adj" fmla="val 1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500" y="4216400"/>
            <a:ext cx="482600" cy="482600"/>
          </a:xfrm>
          <a:prstGeom prst="roundRect">
            <a:avLst>
              <a:gd name="adj" fmla="val 24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51000" y="42037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1" i="0">
                <a:solidFill>
                  <a:srgbClr val="0E3B6B"/>
                </a:solidFill>
                <a:latin typeface="Nunito"/>
              </a:rPr>
              <a:t>Nabila Farm Lembang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3700" y="4508500"/>
            <a:ext cx="5080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Intern · Agriculture &amp; Content Creation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0" y="4051300"/>
            <a:ext cx="5080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9DBDD6"/>
                </a:solidFill>
                <a:latin typeface="Poppins"/>
              </a:rPr>
              <a:t>04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7400" y="4991100"/>
            <a:ext cx="7442200" cy="812800"/>
          </a:xfrm>
          <a:prstGeom prst="roundRect">
            <a:avLst>
              <a:gd name="adj" fmla="val 1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2500" y="5156200"/>
            <a:ext cx="482600" cy="482600"/>
          </a:xfrm>
          <a:prstGeom prst="roundRect">
            <a:avLst>
              <a:gd name="adj" fmla="val 24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51000" y="5143500"/>
            <a:ext cx="508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1" i="0">
                <a:solidFill>
                  <a:srgbClr val="0E3B6B"/>
                </a:solidFill>
                <a:latin typeface="Nunito"/>
              </a:rPr>
              <a:t>Himpunan Mahasiswa PPP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63700" y="5448300"/>
            <a:ext cx="5080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Head of Media &amp; Branding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4991100"/>
            <a:ext cx="5080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400" b="1" i="0">
                <a:solidFill>
                  <a:srgbClr val="9DBDD6"/>
                </a:solidFill>
                <a:latin typeface="Poppins"/>
              </a:rPr>
              <a:t>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99500" y="685800"/>
            <a:ext cx="2921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737600" y="717550"/>
            <a:ext cx="2844800" cy="133350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99500" y="685800"/>
            <a:ext cx="2921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99500" y="850900"/>
            <a:ext cx="2921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37600" y="711200"/>
            <a:ext cx="2844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39200" y="685800"/>
            <a:ext cx="2641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folders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90000" y="1181100"/>
            <a:ext cx="2540000" cy="393700"/>
          </a:xfrm>
          <a:prstGeom prst="roundRect">
            <a:avLst>
              <a:gd name="adj" fmla="val 2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29700" y="1270000"/>
            <a:ext cx="215900" cy="2159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1181100"/>
            <a:ext cx="190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Sawala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90000" y="1676400"/>
            <a:ext cx="2540000" cy="393700"/>
          </a:xfrm>
          <a:prstGeom prst="roundRect">
            <a:avLst>
              <a:gd name="adj" fmla="val 2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029700" y="1765300"/>
            <a:ext cx="215900" cy="2159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2600" y="1676400"/>
            <a:ext cx="190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Kementerian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90000" y="2171700"/>
            <a:ext cx="2540000" cy="393700"/>
          </a:xfrm>
          <a:prstGeom prst="roundRect">
            <a:avLst>
              <a:gd name="adj" fmla="val 2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29700" y="2260600"/>
            <a:ext cx="215900" cy="2159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2171700"/>
            <a:ext cx="190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IPB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90000" y="2667000"/>
            <a:ext cx="2540000" cy="393700"/>
          </a:xfrm>
          <a:prstGeom prst="roundRect">
            <a:avLst>
              <a:gd name="adj" fmla="val 2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29700" y="2755900"/>
            <a:ext cx="215900" cy="2159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72600" y="2667000"/>
            <a:ext cx="190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Nabila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90000" y="3162300"/>
            <a:ext cx="2540000" cy="393700"/>
          </a:xfrm>
          <a:prstGeom prst="roundRect">
            <a:avLst>
              <a:gd name="adj" fmla="val 24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29700" y="3251200"/>
            <a:ext cx="215900" cy="2159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2600" y="3162300"/>
            <a:ext cx="1905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Himpunan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99500" y="4038600"/>
            <a:ext cx="2921000" cy="196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737600" y="4070350"/>
            <a:ext cx="2844800" cy="82677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699500" y="4038600"/>
            <a:ext cx="2921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99500" y="4203700"/>
            <a:ext cx="2921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737600" y="4064000"/>
            <a:ext cx="2844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39200" y="4038600"/>
            <a:ext cx="2641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photo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864600" y="4521200"/>
            <a:ext cx="2590800" cy="12954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685800"/>
            <a:ext cx="4826000" cy="5321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717550"/>
            <a:ext cx="4749800" cy="2234946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685800"/>
            <a:ext cx="4826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850900"/>
            <a:ext cx="4826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600" y="711200"/>
            <a:ext cx="4749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685800"/>
            <a:ext cx="4546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sawala_space.jpg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1181100"/>
            <a:ext cx="4445000" cy="3302000"/>
          </a:xfrm>
          <a:prstGeom prst="roundRect">
            <a:avLst>
              <a:gd name="adj" fmla="val 4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610100"/>
            <a:ext cx="2032000" cy="12700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1000" y="4610100"/>
            <a:ext cx="2032000" cy="12700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community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51500" y="685800"/>
            <a:ext cx="596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89600" y="717550"/>
            <a:ext cx="5892800" cy="149352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51500" y="685800"/>
            <a:ext cx="5969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51500" y="850900"/>
            <a:ext cx="5969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89600" y="711200"/>
            <a:ext cx="5892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1200" y="685800"/>
            <a:ext cx="5689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project.app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900" y="1231900"/>
            <a:ext cx="508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SAWALA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0193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2C7FC9"/>
                </a:solidFill>
                <a:latin typeface="Nunito"/>
              </a:rPr>
              <a:t>Wellness Community &amp; Event Organizer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23622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2565400"/>
            <a:ext cx="5270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300" b="0" i="0">
                <a:solidFill>
                  <a:srgbClr val="10283F"/>
                </a:solidFill>
                <a:latin typeface="Nunito"/>
              </a:rPr>
              <a:t>As a co-founder, I contribute to the creative and marketing side of Sawala Space, from developing event concepts and promotional content to managing brand partnerships and supporting event execution.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51500" y="4419600"/>
            <a:ext cx="5969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89600" y="4451350"/>
            <a:ext cx="5892800" cy="66675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51500" y="4419600"/>
            <a:ext cx="5969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51500" y="4584700"/>
            <a:ext cx="5969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89600" y="4445000"/>
            <a:ext cx="5892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91200" y="4419600"/>
            <a:ext cx="5689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my role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67400" y="4940300"/>
            <a:ext cx="1070610" cy="3302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0E3B6B"/>
                </a:solidFill>
                <a:latin typeface="Nunito"/>
              </a:rPr>
              <a:t>Content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26910" y="4940300"/>
            <a:ext cx="1635760" cy="3302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0E3B6B"/>
                </a:solidFill>
                <a:latin typeface="Nunito"/>
              </a:rPr>
              <a:t>Social Media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51570" y="4940300"/>
            <a:ext cx="1183640" cy="3302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0E3B6B"/>
                </a:solidFill>
                <a:latin typeface="Nunito"/>
              </a:rPr>
              <a:t>Campaign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67400" y="5359400"/>
            <a:ext cx="844550" cy="3302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0E3B6B"/>
                </a:solidFill>
                <a:latin typeface="Nunito"/>
              </a:rPr>
              <a:t>Event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00850" y="5359400"/>
            <a:ext cx="1522730" cy="3302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0E3B6B"/>
                </a:solidFill>
                <a:latin typeface="Nunito"/>
              </a:rPr>
              <a:t>Partnership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5359400"/>
            <a:ext cx="1183640" cy="3302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spc="100">
                <a:solidFill>
                  <a:srgbClr val="0E3B6B"/>
                </a:solidFill>
                <a:latin typeface="Nunito"/>
              </a:rPr>
              <a:t>Branding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31800"/>
            <a:ext cx="635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800" b="1" i="0">
                <a:solidFill>
                  <a:srgbClr val="0E3B6B"/>
                </a:solidFill>
                <a:latin typeface="Nunito"/>
              </a:rPr>
              <a:t>SELECTED CREATIVE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104900"/>
            <a:ext cx="635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2B5474"/>
                </a:solidFill>
                <a:latin typeface="Nunito"/>
              </a:rPr>
              <a:t>A selection of social media content, event materials, promotional visuals, and other creative work I've developed across different projects.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2500" y="533400"/>
            <a:ext cx="14351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E3B6B"/>
                </a:solidFill>
                <a:latin typeface="Nunito"/>
              </a:rPr>
              <a:t>Social Media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88400" y="533400"/>
            <a:ext cx="1539875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E3B6B"/>
                </a:solidFill>
                <a:latin typeface="Nunito"/>
              </a:rPr>
              <a:t>Event Visuals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9075" y="533400"/>
            <a:ext cx="2378075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E3B6B"/>
                </a:solidFill>
                <a:latin typeface="Nunito"/>
              </a:rPr>
              <a:t>Promotional Materials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7950" y="533400"/>
            <a:ext cx="1016000" cy="2794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E3B6B"/>
                </a:solidFill>
                <a:latin typeface="Nunito"/>
              </a:rPr>
              <a:t>Branding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15875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600" y="16192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1500" y="15875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" y="1752600"/>
            <a:ext cx="2667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9600" y="16129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15875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ig carousel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200" y="20447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1700" y="15875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9800" y="16192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41700" y="15875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41700" y="1752600"/>
            <a:ext cx="2667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79800" y="16129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1400" y="15875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event poster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81400" y="20447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11900" y="15875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0000" y="16192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11900" y="15875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11900" y="1752600"/>
            <a:ext cx="2667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0000" y="16129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1600" y="15875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reels cover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51600" y="20447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2100" y="15875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20200" y="16192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82100" y="15875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2100" y="1752600"/>
            <a:ext cx="2667000" cy="1651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20200" y="16129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1800" y="15875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brand kit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1800" y="20447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1500" y="38227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09600" y="38544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71500" y="38227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1500" y="3987800"/>
            <a:ext cx="2667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9600" y="38481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200" y="38227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feed layout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1200" y="42799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1700" y="38227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79800" y="38544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441700" y="38227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41700" y="3987800"/>
            <a:ext cx="2667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479800" y="38481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81400" y="38227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promo flyer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81400" y="42799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11900" y="38227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350000" y="38544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11900" y="38227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11900" y="3987800"/>
            <a:ext cx="2667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350000" y="38481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51600" y="38227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campaign visual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51600" y="42799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82100" y="38227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220200" y="3854450"/>
            <a:ext cx="2590800" cy="8534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182100" y="3822700"/>
            <a:ext cx="2667000" cy="330200"/>
          </a:xfrm>
          <a:prstGeom prst="roundRect">
            <a:avLst>
              <a:gd name="adj" fmla="val 96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82100" y="3987800"/>
            <a:ext cx="2667000" cy="1651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220200" y="3848100"/>
            <a:ext cx="259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1800" y="3822700"/>
            <a:ext cx="238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merch design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21800" y="4279900"/>
            <a:ext cx="2387600" cy="1409700"/>
          </a:xfrm>
          <a:prstGeom prst="roundRect">
            <a:avLst>
              <a:gd name="adj" fmla="val 5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photo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685800"/>
            <a:ext cx="3937000" cy="5321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717550"/>
            <a:ext cx="3860800" cy="2234946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685800"/>
            <a:ext cx="3937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850900"/>
            <a:ext cx="3937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600" y="711200"/>
            <a:ext cx="3860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" y="685800"/>
            <a:ext cx="3657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poster.jpg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300" y="1181100"/>
            <a:ext cx="3581400" cy="4635500"/>
          </a:xfrm>
          <a:prstGeom prst="roundRect">
            <a:avLst>
              <a:gd name="adj" fmla="val 4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drop poster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62500" y="685800"/>
            <a:ext cx="6858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00600" y="717550"/>
            <a:ext cx="6781800" cy="112014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62500" y="685800"/>
            <a:ext cx="6858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62500" y="850900"/>
            <a:ext cx="6858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00600" y="711200"/>
            <a:ext cx="6781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2200" y="685800"/>
            <a:ext cx="6578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event.app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900" y="12065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 spc="300">
                <a:solidFill>
                  <a:srgbClr val="2C7FC9"/>
                </a:solidFill>
                <a:latin typeface="Poppins"/>
              </a:rPr>
              <a:t>Wellness × Social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498600"/>
            <a:ext cx="635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800" b="1" i="0">
                <a:solidFill>
                  <a:srgbClr val="0E3B6B"/>
                </a:solidFill>
                <a:latin typeface="Nunito"/>
              </a:rPr>
              <a:t>STRETCH FOR STRAY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54600" y="22225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1900" y="2425700"/>
            <a:ext cx="571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A wellness event combining movement, community, and support for animal welfare.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62500" y="3530600"/>
            <a:ext cx="4191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00600" y="3562350"/>
            <a:ext cx="4114800" cy="104013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62500" y="3530600"/>
            <a:ext cx="4191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62500" y="3695700"/>
            <a:ext cx="4191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800600" y="3556000"/>
            <a:ext cx="4114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2200" y="3530600"/>
            <a:ext cx="3911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my contribution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3000" y="4025900"/>
            <a:ext cx="3810000" cy="3048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80000" y="4114800"/>
            <a:ext cx="127000" cy="1270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34000" y="40259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Campaign concept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3000" y="4406900"/>
            <a:ext cx="3810000" cy="3048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80000" y="4495800"/>
            <a:ext cx="127000" cy="1270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34000" y="44069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Event promotion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53000" y="4787900"/>
            <a:ext cx="3810000" cy="3048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80000" y="4876800"/>
            <a:ext cx="127000" cy="1270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34000" y="47879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Social media content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53000" y="5168900"/>
            <a:ext cx="3810000" cy="3048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80000" y="5257800"/>
            <a:ext cx="127000" cy="1270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4000" y="51689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Partnership communication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53000" y="5549900"/>
            <a:ext cx="3810000" cy="3048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80000" y="5638800"/>
            <a:ext cx="127000" cy="1270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34000" y="55499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Event coordination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07500" y="3530600"/>
            <a:ext cx="2413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245600" y="3562350"/>
            <a:ext cx="2336800" cy="104013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207500" y="3530600"/>
            <a:ext cx="2413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07500" y="3695700"/>
            <a:ext cx="2413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245600" y="3556000"/>
            <a:ext cx="2336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7200" y="3530600"/>
            <a:ext cx="2133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docs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59900" y="4000500"/>
            <a:ext cx="2108200" cy="889000"/>
          </a:xfrm>
          <a:prstGeom prst="roundRect">
            <a:avLst>
              <a:gd name="adj" fmla="val 6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documentation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59900" y="4991100"/>
            <a:ext cx="2108200" cy="889000"/>
          </a:xfrm>
          <a:prstGeom prst="roundRect">
            <a:avLst>
              <a:gd name="adj" fmla="val 6000"/>
            </a:avLst>
          </a:prstGeom>
          <a:solidFill>
            <a:srgbClr val="EAF6FF"/>
          </a:solidFill>
          <a:ln w="15875">
            <a:solidFill>
              <a:srgbClr val="9FC9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5B87A8"/>
                </a:solidFill>
                <a:latin typeface="Poppins"/>
              </a:rPr>
              <a:t>social 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31800"/>
            <a:ext cx="698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800" b="1" i="0">
                <a:solidFill>
                  <a:srgbClr val="0E3B6B"/>
                </a:solidFill>
                <a:latin typeface="Nunito"/>
              </a:rPr>
              <a:t>BEYOND CREATIVE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11303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5474"/>
                </a:solidFill>
                <a:latin typeface="Nunito"/>
              </a:rPr>
              <a:t>My creative experience also grew through student organizations, academic projects, and collaborative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1600200"/>
            <a:ext cx="3556000" cy="347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1631950"/>
            <a:ext cx="3479800" cy="1461516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" y="1600200"/>
            <a:ext cx="3556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1765300"/>
            <a:ext cx="3556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9600" y="1625600"/>
            <a:ext cx="3479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200" y="1600200"/>
            <a:ext cx="3276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organisation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" y="2146300"/>
            <a:ext cx="571500" cy="571500"/>
          </a:xfrm>
          <a:prstGeom prst="roundRect">
            <a:avLst>
              <a:gd name="adj" fmla="val 26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22860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Nunito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2946400"/>
            <a:ext cx="3098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 i="0">
                <a:solidFill>
                  <a:srgbClr val="0E3B6B"/>
                </a:solidFill>
                <a:latin typeface="Nunito"/>
              </a:rPr>
              <a:t>Himpunan Mahasiswa PPP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3873500"/>
            <a:ext cx="3073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Head of Media &amp; Branding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8000" y="1600200"/>
            <a:ext cx="3556000" cy="347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6100" y="1631950"/>
            <a:ext cx="3479800" cy="1461516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8000" y="1600200"/>
            <a:ext cx="3556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8000" y="1765300"/>
            <a:ext cx="3556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56100" y="1625600"/>
            <a:ext cx="3479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7700" y="1600200"/>
            <a:ext cx="3276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arts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6600" y="2146300"/>
            <a:ext cx="571500" cy="571500"/>
          </a:xfrm>
          <a:prstGeom prst="roundRect">
            <a:avLst>
              <a:gd name="adj" fmla="val 26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6600" y="22860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Nunito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6600" y="2946400"/>
            <a:ext cx="3098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 i="0">
                <a:solidFill>
                  <a:srgbClr val="0E3B6B"/>
                </a:solidFill>
                <a:latin typeface="Nunito"/>
              </a:rPr>
              <a:t>Pekan Seni Budaya IPB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9300" y="3873500"/>
            <a:ext cx="3073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Vice Head / Staff DKV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4500" y="1600200"/>
            <a:ext cx="3556000" cy="347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02600" y="1631950"/>
            <a:ext cx="3479800" cy="1461516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64500" y="1600200"/>
            <a:ext cx="3556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4500" y="1765300"/>
            <a:ext cx="3556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02600" y="1625600"/>
            <a:ext cx="3479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4200" y="1600200"/>
            <a:ext cx="3276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academic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93100" y="2146300"/>
            <a:ext cx="571500" cy="571500"/>
          </a:xfrm>
          <a:prstGeom prst="roundRect">
            <a:avLst>
              <a:gd name="adj" fmla="val 26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3100" y="22860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Nunito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3100" y="2946400"/>
            <a:ext cx="3098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400" b="1" i="0">
                <a:solidFill>
                  <a:srgbClr val="0E3B6B"/>
                </a:solidFill>
                <a:latin typeface="Nunito"/>
              </a:rPr>
              <a:t>Academic &amp; Research Projects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5800" y="3873500"/>
            <a:ext cx="30734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 i="0">
                <a:solidFill>
                  <a:srgbClr val="46688A"/>
                </a:solidFill>
                <a:latin typeface="Nunito"/>
              </a:rPr>
              <a:t>Visual communication · presentation · documentation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7000" y="5372100"/>
            <a:ext cx="4318000" cy="469900"/>
          </a:xfrm>
          <a:prstGeom prst="roundRect">
            <a:avLst>
              <a:gd name="adj" fmla="val 30000"/>
            </a:avLst>
          </a:prstGeom>
          <a:solidFill>
            <a:srgbClr val="FFFFFF">
              <a:alpha val="72000"/>
            </a:srgbClr>
          </a:solidFill>
          <a:ln>
            <a:noFill/>
          </a:ln>
          <a:effectLst>
            <a:outerShdw blurRad="330200" dist="1016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14800" y="54483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800600" y="54483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0" y="54483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72200" y="54483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58000" y="54483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43800" y="54483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31800"/>
            <a:ext cx="571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800" b="1" i="0">
                <a:solidFill>
                  <a:srgbClr val="0E3B6B"/>
                </a:solidFill>
                <a:latin typeface="Nunito"/>
              </a:rPr>
              <a:t>SKILLS &amp;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270000"/>
            <a:ext cx="5334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9600" y="1301750"/>
            <a:ext cx="5257800" cy="114681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" y="1270000"/>
            <a:ext cx="5334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1435100"/>
            <a:ext cx="5334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9600" y="1295400"/>
            <a:ext cx="5257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200" y="1270000"/>
            <a:ext cx="5054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creative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4700" y="17780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600" y="17780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Graphic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6500" y="19685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46500" y="19685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4700" y="23368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600" y="23368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Copywriting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6500" y="25273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746500" y="2527300"/>
            <a:ext cx="1511300" cy="88900"/>
          </a:xfrm>
          <a:prstGeom prst="roundRect">
            <a:avLst>
              <a:gd name="adj" fmla="val 50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4700" y="28956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600" y="28956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Content Creation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6500" y="30861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46500" y="3086100"/>
            <a:ext cx="1371600" cy="88900"/>
          </a:xfrm>
          <a:prstGeom prst="roundRect">
            <a:avLst>
              <a:gd name="adj" fmla="val 50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4700" y="34544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600" y="34544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Visual Communication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6500" y="36449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46500" y="3644900"/>
            <a:ext cx="1231900" cy="88900"/>
          </a:xfrm>
          <a:prstGeom prst="roundRect">
            <a:avLst>
              <a:gd name="adj" fmla="val 50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23000" y="1270000"/>
            <a:ext cx="5334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1100" y="1301750"/>
            <a:ext cx="5257800" cy="114681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23000" y="1270000"/>
            <a:ext cx="5334000" cy="330200"/>
          </a:xfrm>
          <a:prstGeom prst="roundRect">
            <a:avLst>
              <a:gd name="adj" fmla="val 96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3000" y="1435100"/>
            <a:ext cx="5334000" cy="1651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61100" y="1295400"/>
            <a:ext cx="5257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2700" y="1270000"/>
            <a:ext cx="5054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marketing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26200" y="17780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42100" y="17780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Social Media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98000" y="19685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98000" y="19685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26200" y="23368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42100" y="23368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Campaign Development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98000" y="25273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398000" y="2527300"/>
            <a:ext cx="1511300" cy="88900"/>
          </a:xfrm>
          <a:prstGeom prst="roundRect">
            <a:avLst>
              <a:gd name="adj" fmla="val 5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26200" y="28956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2100" y="28956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Event Management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98000" y="30861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398000" y="3086100"/>
            <a:ext cx="1371600" cy="88900"/>
          </a:xfrm>
          <a:prstGeom prst="roundRect">
            <a:avLst>
              <a:gd name="adj" fmla="val 5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26200" y="3454400"/>
            <a:ext cx="4927600" cy="4572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42100" y="3454400"/>
            <a:ext cx="254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Partnership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98000" y="3644900"/>
            <a:ext cx="1651000" cy="88900"/>
          </a:xfrm>
          <a:prstGeom prst="roundRect">
            <a:avLst>
              <a:gd name="adj" fmla="val 50000"/>
            </a:avLst>
          </a:prstGeom>
          <a:solidFill>
            <a:srgbClr val="D8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98000" y="3644900"/>
            <a:ext cx="1231900" cy="88900"/>
          </a:xfrm>
          <a:prstGeom prst="roundRect">
            <a:avLst>
              <a:gd name="adj" fmla="val 5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71500" y="4216400"/>
            <a:ext cx="11049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9600" y="4248150"/>
            <a:ext cx="10972800" cy="66675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71500" y="4216400"/>
            <a:ext cx="11049000" cy="330200"/>
          </a:xfrm>
          <a:prstGeom prst="roundRect">
            <a:avLst>
              <a:gd name="adj" fmla="val 96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" y="4381500"/>
            <a:ext cx="11049000" cy="1651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9600" y="4241800"/>
            <a:ext cx="10972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1200" y="4216400"/>
            <a:ext cx="10769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0E3B6B"/>
                </a:solidFill>
                <a:latin typeface="Poppins"/>
              </a:rPr>
              <a:t>tools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0100" y="4749800"/>
            <a:ext cx="890588" cy="3683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 spc="100">
                <a:solidFill>
                  <a:srgbClr val="0E3B6B"/>
                </a:solidFill>
                <a:latin typeface="Nunito"/>
              </a:rPr>
              <a:t>Canva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792288" y="4749800"/>
            <a:ext cx="2296478" cy="3683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 spc="100">
                <a:solidFill>
                  <a:srgbClr val="0E3B6B"/>
                </a:solidFill>
                <a:latin typeface="Nunito"/>
              </a:rPr>
              <a:t>Adobe Illustrator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90365" y="4749800"/>
            <a:ext cx="2062162" cy="3683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 spc="100">
                <a:solidFill>
                  <a:srgbClr val="0E3B6B"/>
                </a:solidFill>
                <a:latin typeface="Nunito"/>
              </a:rPr>
              <a:t>Adobe Photoshop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54128" y="4749800"/>
            <a:ext cx="1007745" cy="3683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 spc="100">
                <a:solidFill>
                  <a:srgbClr val="0E3B6B"/>
                </a:solidFill>
                <a:latin typeface="Nunito"/>
              </a:rPr>
              <a:t>CapCut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0100" y="5219700"/>
            <a:ext cx="2179320" cy="3683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 spc="100">
                <a:solidFill>
                  <a:srgbClr val="0E3B6B"/>
                </a:solidFill>
                <a:latin typeface="Nunito"/>
              </a:rPr>
              <a:t>Microsoft Office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81020" y="5219700"/>
            <a:ext cx="2179320" cy="3683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 spc="100">
                <a:solidFill>
                  <a:srgbClr val="0E3B6B"/>
                </a:solidFill>
                <a:latin typeface="Nunito"/>
              </a:rPr>
              <a:t>Google Workspace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61940" y="5219700"/>
            <a:ext cx="1124902" cy="3683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 spc="100">
                <a:solidFill>
                  <a:srgbClr val="0E3B6B"/>
                </a:solidFill>
                <a:latin typeface="Nunito"/>
              </a:rPr>
              <a:t>Minitab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37000" y="5969000"/>
            <a:ext cx="4318000" cy="469900"/>
          </a:xfrm>
          <a:prstGeom prst="roundRect">
            <a:avLst>
              <a:gd name="adj" fmla="val 30000"/>
            </a:avLst>
          </a:prstGeom>
          <a:solidFill>
            <a:srgbClr val="FFFFFF">
              <a:alpha val="72000"/>
            </a:srgbClr>
          </a:solidFill>
          <a:ln>
            <a:noFill/>
          </a:ln>
          <a:effectLst>
            <a:outerShdw blurRad="330200" dist="1016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114800" y="60452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800600" y="60452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0452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172200" y="60452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58000" y="60452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543800" y="60452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6000" y="3937000"/>
            <a:ext cx="5715000" cy="3937000"/>
          </a:xfrm>
          <a:prstGeom prst="ellipse">
            <a:avLst/>
          </a:prstGeom>
          <a:solidFill>
            <a:srgbClr val="FFFFFF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-1397000"/>
            <a:ext cx="5207000" cy="3937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921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0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D7F062"/>
                </a:solidFill>
                <a:latin typeface="Poppins"/>
              </a:rPr>
              <a:t>zahra levina  · 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29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188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347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50600" y="95250"/>
            <a:ext cx="114300" cy="10160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0" y="0"/>
            <a:ext cx="9525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7000" y="1143000"/>
            <a:ext cx="6858000" cy="444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15507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05100" y="1174750"/>
            <a:ext cx="6781800" cy="1866900"/>
          </a:xfrm>
          <a:prstGeom prst="roundRect">
            <a:avLst>
              <a:gd name="adj" fmla="val 6000"/>
            </a:avLst>
          </a:prstGeom>
          <a:solidFill>
            <a:srgbClr val="FFFF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67000" y="1143000"/>
            <a:ext cx="6858000" cy="330200"/>
          </a:xfrm>
          <a:prstGeom prst="roundRect">
            <a:avLst>
              <a:gd name="adj" fmla="val 96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7000" y="1308100"/>
            <a:ext cx="6858000" cy="1651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05100" y="1168400"/>
            <a:ext cx="6781800" cy="139700"/>
          </a:xfrm>
          <a:prstGeom prst="roundRect">
            <a:avLst>
              <a:gd name="adj" fmla="val 50000"/>
            </a:avLst>
          </a:prstGeom>
          <a:solidFill>
            <a:srgbClr val="FFFF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6700" y="1143000"/>
            <a:ext cx="65786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 i="0" spc="200">
                <a:solidFill>
                  <a:srgbClr val="FFFFFF"/>
                </a:solidFill>
                <a:latin typeface="Poppins"/>
              </a:rPr>
              <a:t>share.app</a:t>
            </a:r>
          </a:p>
        </p:txBody>
      </p:sp>
      <p:sp>
        <p:nvSpPr>
          <p:cNvPr id="19" name="Oval 18"/>
          <p:cNvSpPr/>
          <p:nvPr/>
        </p:nvSpPr>
        <p:spPr>
          <a:xfrm>
            <a:off x="5715000" y="1752600"/>
            <a:ext cx="762000" cy="762000"/>
          </a:xfrm>
          <a:prstGeom prst="ellipse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7000" y="2654300"/>
            <a:ext cx="685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LET'S WORK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6000" y="3352800"/>
            <a:ext cx="508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Thank you for taking the time to explore my work. I'm always open to new creative opportunities, collaborations, and projects.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8000" y="4229100"/>
            <a:ext cx="1905000" cy="7620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8000" y="4368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WhatsApp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0" y="4635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+62 8xx-xxxx-xxxx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3500" y="4229100"/>
            <a:ext cx="1905000" cy="7620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43500" y="4368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500" y="4635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hello@email.com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39000" y="4229100"/>
            <a:ext cx="1905000" cy="7620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9000" y="43688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LinkedIn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0" y="4635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linkedin.com/in/username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5194300"/>
            <a:ext cx="3048000" cy="419100"/>
          </a:xfrm>
          <a:prstGeom prst="roundRect">
            <a:avLst>
              <a:gd name="adj" fmla="val 3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194300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000" b="1" i="0">
                <a:solidFill>
                  <a:srgbClr val="0E3B6B"/>
                </a:solidFill>
                <a:latin typeface="Nunito"/>
              </a:rPr>
              <a:t>Accept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7000" y="6286500"/>
            <a:ext cx="4318000" cy="469900"/>
          </a:xfrm>
          <a:prstGeom prst="roundRect">
            <a:avLst>
              <a:gd name="adj" fmla="val 30000"/>
            </a:avLst>
          </a:prstGeom>
          <a:solidFill>
            <a:srgbClr val="FFFFFF">
              <a:alpha val="72000"/>
            </a:srgbClr>
          </a:solidFill>
          <a:ln>
            <a:noFill/>
          </a:ln>
          <a:effectLst>
            <a:outerShdw blurRad="330200" dist="1016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148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006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722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43800" y="6362700"/>
            <a:ext cx="317500" cy="3175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