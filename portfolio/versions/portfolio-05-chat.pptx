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zahra levina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online now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1270000"/>
            <a:ext cx="4445000" cy="825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041400" y="207010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4100" y="204470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00" y="1384300"/>
            <a:ext cx="4013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Poppins"/>
              </a:rPr>
              <a:t>hey!! welcome 2 my portfolio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2286000"/>
            <a:ext cx="5461000" cy="952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1041400" y="321310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4100" y="318770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900" y="2400300"/>
            <a:ext cx="5029200" cy="736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Poppins"/>
              </a:rPr>
              <a:t>creative · content · marketing · visual communication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3500" y="1270000"/>
            <a:ext cx="5207000" cy="40640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16-Point Star 28"/>
          <p:cNvSpPr/>
          <p:nvPr/>
        </p:nvSpPr>
        <p:spPr>
          <a:xfrm rot="720000">
            <a:off x="6477000" y="1270000"/>
            <a:ext cx="1816100" cy="181610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16-Point Star 29"/>
          <p:cNvSpPr/>
          <p:nvPr/>
        </p:nvSpPr>
        <p:spPr>
          <a:xfrm rot="21120000">
            <a:off x="9334500" y="4381500"/>
            <a:ext cx="1386840" cy="1386840"/>
          </a:xfrm>
          <a:prstGeom prst="star16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 rot="21300000">
            <a:off x="6858000" y="1587500"/>
            <a:ext cx="30480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A7A7A"/>
                </a:solidFill>
                <a:latin typeface="Poppins"/>
              </a:rPr>
              <a:t>drop portrait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000" y="3530600"/>
            <a:ext cx="2222500" cy="304800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spc="200">
                <a:solidFill>
                  <a:srgbClr val="FFFFFF"/>
                </a:solidFill>
                <a:latin typeface="Space Mono"/>
              </a:rPr>
              <a:t>2026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300" y="3962400"/>
            <a:ext cx="6350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000" b="0" i="0">
                <a:solidFill>
                  <a:srgbClr val="000000"/>
                </a:solidFill>
                <a:latin typeface="Anton"/>
              </a:rPr>
              <a:t>ZAHRA
LEVINA</a:t>
            </a:r>
          </a:p>
        </p:txBody>
      </p:sp>
      <p:sp>
        <p:nvSpPr>
          <p:cNvPr id="34" name="Oval 33"/>
          <p:cNvSpPr/>
          <p:nvPr/>
        </p:nvSpPr>
        <p:spPr>
          <a:xfrm>
            <a:off x="10985500" y="1498600"/>
            <a:ext cx="457200" cy="457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86084" y="1599184"/>
            <a:ext cx="256032" cy="256032"/>
          </a:xfrm>
          <a:prstGeom prst="ellipse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16-Point Star 35"/>
          <p:cNvSpPr/>
          <p:nvPr/>
        </p:nvSpPr>
        <p:spPr>
          <a:xfrm rot="1200000">
            <a:off x="5969000" y="4381500"/>
            <a:ext cx="825500" cy="825500"/>
          </a:xfrm>
          <a:prstGeom prst="star16">
            <a:avLst/>
          </a:prstGeom>
          <a:solidFill>
            <a:srgbClr val="FF3B30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9000" y="438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Anton"/>
              </a:rPr>
              <a:t>NEW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about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3 new messages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1016000"/>
            <a:ext cx="571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000" b="0" i="0">
                <a:solidFill>
                  <a:srgbClr val="000000"/>
                </a:solidFill>
                <a:latin typeface="Anton"/>
              </a:rPr>
              <a:t>HI, I'M ZAHRA.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1828800"/>
            <a:ext cx="7112000" cy="1117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041400" y="292100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4100" y="289560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900" y="1943100"/>
            <a:ext cx="6680200" cy="901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Poppins"/>
              </a:rPr>
              <a:t>I'm a creative and marketing enthusiast with experience in content creation, social media, graphic design, event management, and brand partnerships.</a:t>
            </a:r>
          </a:p>
        </p:txBody>
      </p:sp>
      <p:sp>
        <p:nvSpPr>
          <p:cNvPr id="25" name="Oval 24"/>
          <p:cNvSpPr/>
          <p:nvPr/>
        </p:nvSpPr>
        <p:spPr>
          <a:xfrm>
            <a:off x="254000" y="2197100"/>
            <a:ext cx="381000" cy="381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7820" y="2280920"/>
            <a:ext cx="213360" cy="21336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2000" y="3149600"/>
            <a:ext cx="7112000" cy="1117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1041400" y="424180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100" y="421640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900" y="3263900"/>
            <a:ext cx="6680200" cy="901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Poppins"/>
              </a:rPr>
              <a:t>With a background in agricultural community development, I've had the opportunity to work across different environments—from student organizations and research projects to building a wellness community through Sawala Space.</a:t>
            </a:r>
          </a:p>
        </p:txBody>
      </p:sp>
      <p:sp>
        <p:nvSpPr>
          <p:cNvPr id="31" name="Oval 30"/>
          <p:cNvSpPr/>
          <p:nvPr/>
        </p:nvSpPr>
        <p:spPr>
          <a:xfrm>
            <a:off x="254000" y="3517900"/>
            <a:ext cx="381000" cy="381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7820" y="3601720"/>
            <a:ext cx="213360" cy="21336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2000" y="4470400"/>
            <a:ext cx="7112000" cy="1117600"/>
          </a:xfrm>
          <a:prstGeom prst="roundRect">
            <a:avLst>
              <a:gd name="adj" fmla="val 30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1041400" y="5562600"/>
            <a:ext cx="215900" cy="165100"/>
          </a:xfrm>
          <a:prstGeom prst="triangle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4100" y="5537200"/>
            <a:ext cx="190500" cy="508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7900" y="4584700"/>
            <a:ext cx="6680200" cy="901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Poppins"/>
              </a:rPr>
              <a:t>I enjoy turning ideas into clear, engaging, and purposeful creative work.</a:t>
            </a:r>
          </a:p>
        </p:txBody>
      </p:sp>
      <p:sp>
        <p:nvSpPr>
          <p:cNvPr id="37" name="Oval 36"/>
          <p:cNvSpPr/>
          <p:nvPr/>
        </p:nvSpPr>
        <p:spPr>
          <a:xfrm>
            <a:off x="254000" y="4838700"/>
            <a:ext cx="381000" cy="381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7820" y="4922520"/>
            <a:ext cx="213360" cy="21336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16-Point Star 38"/>
          <p:cNvSpPr/>
          <p:nvPr/>
        </p:nvSpPr>
        <p:spPr>
          <a:xfrm rot="720000">
            <a:off x="8255000" y="1270000"/>
            <a:ext cx="1676400" cy="167640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16-Point Star 39"/>
          <p:cNvSpPr/>
          <p:nvPr/>
        </p:nvSpPr>
        <p:spPr>
          <a:xfrm rot="21120000">
            <a:off x="10731500" y="4127500"/>
            <a:ext cx="1280160" cy="1280160"/>
          </a:xfrm>
          <a:prstGeom prst="star16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 rot="360000">
            <a:off x="8636000" y="1587500"/>
            <a:ext cx="2667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A7A7A"/>
                </a:solidFill>
                <a:latin typeface="Poppins"/>
              </a:rPr>
              <a:t>drop photo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what i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4 things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000" y="1206500"/>
            <a:ext cx="5207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1206500"/>
            <a:ext cx="5207000" cy="3810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1568450"/>
            <a:ext cx="5207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7400" y="12065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Space Mono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900" y="1752600"/>
            <a:ext cx="4699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Anton"/>
              </a:rPr>
              <a:t>Content &amp; Social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600" y="2260600"/>
            <a:ext cx="469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Content creation · social media · copywriting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0000" y="1206500"/>
            <a:ext cx="5207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1206500"/>
            <a:ext cx="5207000" cy="381000"/>
          </a:xfrm>
          <a:prstGeom prst="rect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1568450"/>
            <a:ext cx="5207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2400" y="12065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000000"/>
                </a:solidFill>
                <a:latin typeface="Space Mono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900" y="1752600"/>
            <a:ext cx="4699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Anton"/>
              </a:rPr>
              <a:t>Creative &amp; Visual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8600" y="2260600"/>
            <a:ext cx="469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Graphic design · visual communication · campaign materials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000" y="3429000"/>
            <a:ext cx="5207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000" y="3429000"/>
            <a:ext cx="5207000" cy="381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000" y="3790950"/>
            <a:ext cx="5207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7400" y="34290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Space Mono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900" y="3975100"/>
            <a:ext cx="4699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Anton"/>
              </a:rPr>
              <a:t>Marketing &amp; 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600" y="4483100"/>
            <a:ext cx="469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Campaign development · event management · brand partnerships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0000" y="3429000"/>
            <a:ext cx="52070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0000" y="3429000"/>
            <a:ext cx="5207000" cy="3810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0" y="3790950"/>
            <a:ext cx="5207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2400" y="34290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000000"/>
                </a:solidFill>
                <a:latin typeface="Space Mono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900" y="3975100"/>
            <a:ext cx="4699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000" b="0" i="0">
                <a:solidFill>
                  <a:srgbClr val="000000"/>
                </a:solidFill>
                <a:latin typeface="Anton"/>
              </a:rPr>
              <a:t>Communication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8600" y="4483100"/>
            <a:ext cx="469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Poppins"/>
              </a:rPr>
              <a:t>Community engagement · collaboration · project coordination</a:t>
            </a:r>
          </a:p>
        </p:txBody>
      </p:sp>
      <p:sp>
        <p:nvSpPr>
          <p:cNvPr id="44" name="16-Point Star 43"/>
          <p:cNvSpPr/>
          <p:nvPr/>
        </p:nvSpPr>
        <p:spPr>
          <a:xfrm rot="840000">
            <a:off x="11176000" y="952500"/>
            <a:ext cx="825500" cy="825500"/>
          </a:xfrm>
          <a:prstGeom prst="star16">
            <a:avLst/>
          </a:prstGeom>
          <a:solidFill>
            <a:srgbClr val="FF3B30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where i've been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5 messages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4000" y="1371600"/>
            <a:ext cx="355600" cy="355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2232" y="1449832"/>
            <a:ext cx="199136" cy="199136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2000" y="1117600"/>
            <a:ext cx="6985000" cy="7493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00" y="12065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Anton"/>
              </a:rPr>
              <a:t>Sawala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600" y="15621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Co-Founder · Creative &amp;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5000" y="1117600"/>
            <a:ext cx="635000" cy="749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Space Mono"/>
              </a:rPr>
              <a:t>01</a:t>
            </a:r>
          </a:p>
        </p:txBody>
      </p:sp>
      <p:sp>
        <p:nvSpPr>
          <p:cNvPr id="26" name="Oval 25"/>
          <p:cNvSpPr/>
          <p:nvPr/>
        </p:nvSpPr>
        <p:spPr>
          <a:xfrm>
            <a:off x="11493500" y="2324100"/>
            <a:ext cx="355600" cy="355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71732" y="2402332"/>
            <a:ext cx="199136" cy="199136"/>
          </a:xfrm>
          <a:prstGeom prst="ellipse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45000" y="2070100"/>
            <a:ext cx="6985000" cy="749300"/>
          </a:xfrm>
          <a:prstGeom prst="roundRect">
            <a:avLst>
              <a:gd name="adj" fmla="val 28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0900" y="21590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Anton"/>
              </a:rPr>
              <a:t>Kementerian Pertanian 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3600" y="25146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Intern · Administration &amp; Partnership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68000" y="2070100"/>
            <a:ext cx="635000" cy="749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Space Mono"/>
              </a:rPr>
              <a:t>02</a:t>
            </a:r>
          </a:p>
        </p:txBody>
      </p:sp>
      <p:sp>
        <p:nvSpPr>
          <p:cNvPr id="32" name="Oval 31"/>
          <p:cNvSpPr/>
          <p:nvPr/>
        </p:nvSpPr>
        <p:spPr>
          <a:xfrm>
            <a:off x="254000" y="3276600"/>
            <a:ext cx="355600" cy="355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2232" y="3354832"/>
            <a:ext cx="199136" cy="19913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62000" y="3022600"/>
            <a:ext cx="6985000" cy="7493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900" y="31115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Anton"/>
              </a:rPr>
              <a:t>IPB University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" y="34671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Research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5000" y="3022600"/>
            <a:ext cx="635000" cy="749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Space Mono"/>
              </a:rPr>
              <a:t>03</a:t>
            </a:r>
          </a:p>
        </p:txBody>
      </p:sp>
      <p:sp>
        <p:nvSpPr>
          <p:cNvPr id="38" name="Oval 37"/>
          <p:cNvSpPr/>
          <p:nvPr/>
        </p:nvSpPr>
        <p:spPr>
          <a:xfrm>
            <a:off x="11493500" y="4229100"/>
            <a:ext cx="355600" cy="355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571732" y="4307332"/>
            <a:ext cx="199136" cy="199136"/>
          </a:xfrm>
          <a:prstGeom prst="ellipse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45000" y="3975100"/>
            <a:ext cx="6985000" cy="749300"/>
          </a:xfrm>
          <a:prstGeom prst="roundRect">
            <a:avLst>
              <a:gd name="adj" fmla="val 28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0900" y="40640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Anton"/>
              </a:rPr>
              <a:t>Nabila Farm Lembang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3600" y="44196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Intern · Agriculture &amp; Content Creation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8000" y="3975100"/>
            <a:ext cx="635000" cy="749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Space Mono"/>
              </a:rPr>
              <a:t>04</a:t>
            </a:r>
          </a:p>
        </p:txBody>
      </p:sp>
      <p:sp>
        <p:nvSpPr>
          <p:cNvPr id="44" name="Oval 43"/>
          <p:cNvSpPr/>
          <p:nvPr/>
        </p:nvSpPr>
        <p:spPr>
          <a:xfrm>
            <a:off x="254000" y="5181600"/>
            <a:ext cx="355600" cy="355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32232" y="5259832"/>
            <a:ext cx="199136" cy="199136"/>
          </a:xfrm>
          <a:prstGeom prst="ellipse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62000" y="4927600"/>
            <a:ext cx="6985000" cy="7493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7900" y="50165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Anton"/>
              </a:rPr>
              <a:t>Himpunan Mahasiswa PPP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600" y="53721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85000" y="4927600"/>
            <a:ext cx="635000" cy="749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Space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sawala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wellness community &amp; event organizer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16-Point Star 19"/>
          <p:cNvSpPr/>
          <p:nvPr/>
        </p:nvSpPr>
        <p:spPr>
          <a:xfrm rot="720000">
            <a:off x="444500" y="1016000"/>
            <a:ext cx="2165350" cy="216535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16-Point Star 20"/>
          <p:cNvSpPr/>
          <p:nvPr/>
        </p:nvSpPr>
        <p:spPr>
          <a:xfrm rot="21120000">
            <a:off x="4191000" y="4381500"/>
            <a:ext cx="1653540" cy="1653540"/>
          </a:xfrm>
          <a:prstGeom prst="star16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 rot="21360000">
            <a:off x="825500" y="1333500"/>
            <a:ext cx="3937000" cy="35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A7A7A"/>
                </a:solidFill>
                <a:latin typeface="Poppins"/>
              </a:rPr>
              <a:t>drop 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1079500"/>
            <a:ext cx="635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5000" b="0" i="0">
                <a:solidFill>
                  <a:srgbClr val="000000"/>
                </a:solidFill>
                <a:latin typeface="Anton"/>
              </a:rPr>
              <a:t>SAWALA 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0" y="2019300"/>
            <a:ext cx="2844800" cy="304800"/>
          </a:xfrm>
          <a:prstGeom prst="roundRect">
            <a:avLst>
              <a:gd name="adj" fmla="val 40000"/>
            </a:avLst>
          </a:prstGeom>
          <a:solidFill>
            <a:srgbClr val="2B6C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WELLNESS × COMMUNITY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0" y="2540000"/>
            <a:ext cx="6223000" cy="1397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5613400" y="391160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26100" y="388620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9900" y="2654300"/>
            <a:ext cx="57912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Poppins"/>
              </a:rPr>
              <a:t>As a co-founder, I contribute to the creative and marketing side of Sawala Space, from developing event concepts and promotional content to managing brand partnerships and supporting event execution.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0" y="41656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400">
                <a:solidFill>
                  <a:srgbClr val="000000"/>
                </a:solidFill>
                <a:latin typeface="Space Mono"/>
              </a:rPr>
              <a:t>MY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0" y="4470400"/>
            <a:ext cx="1193800" cy="304800"/>
          </a:xfrm>
          <a:prstGeom prst="roundRect">
            <a:avLst>
              <a:gd name="adj" fmla="val 40000"/>
            </a:avLst>
          </a:prstGeom>
          <a:solidFill>
            <a:srgbClr val="FF7BC4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CONTENT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16700" y="4470400"/>
            <a:ext cx="1828800" cy="304800"/>
          </a:xfrm>
          <a:prstGeom prst="roundRect">
            <a:avLst>
              <a:gd name="adj" fmla="val 40000"/>
            </a:avLst>
          </a:prstGeom>
          <a:solidFill>
            <a:srgbClr val="9BE22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SOCIAL MEDIA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34400" y="4470400"/>
            <a:ext cx="1320800" cy="304800"/>
          </a:xfrm>
          <a:prstGeom prst="roundRect">
            <a:avLst>
              <a:gd name="adj" fmla="val 40000"/>
            </a:avLst>
          </a:prstGeom>
          <a:solidFill>
            <a:srgbClr val="FFE83D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CAMPAIGN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4000" y="4927600"/>
            <a:ext cx="939800" cy="304800"/>
          </a:xfrm>
          <a:prstGeom prst="roundRect">
            <a:avLst>
              <a:gd name="adj" fmla="val 40000"/>
            </a:avLst>
          </a:prstGeom>
          <a:solidFill>
            <a:srgbClr val="2B6C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EVENT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2700" y="4927600"/>
            <a:ext cx="1701800" cy="3048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PARTNERSHIP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3400" y="4927600"/>
            <a:ext cx="1320800" cy="304800"/>
          </a:xfrm>
          <a:prstGeom prst="roundRect">
            <a:avLst>
              <a:gd name="adj" fmla="val 40000"/>
            </a:avLst>
          </a:prstGeom>
          <a:solidFill>
            <a:srgbClr val="FF3B3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BRANDING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my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8 files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8500" y="12700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13970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768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ig carousel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2500" y="12700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19500" y="13970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2200" y="2768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event poster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6500" y="12700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3500" y="13970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6200" y="2768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reels cover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0500" y="12700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07500" y="13970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200" y="2768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brand kit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8500" y="36195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5500" y="37465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51181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feed layout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92500" y="36195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19500" y="37465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2200" y="51181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promo flyer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6500" y="36195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13500" y="37465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200" y="51181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campaign visual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80500" y="3619500"/>
            <a:ext cx="2540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07500" y="3746500"/>
            <a:ext cx="2286000" cy="1270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0200" y="51181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Space Mono"/>
              </a:rPr>
              <a:t>merch design</a:t>
            </a:r>
          </a:p>
        </p:txBody>
      </p:sp>
      <p:sp>
        <p:nvSpPr>
          <p:cNvPr id="44" name="16-Point Star 43"/>
          <p:cNvSpPr/>
          <p:nvPr/>
        </p:nvSpPr>
        <p:spPr>
          <a:xfrm rot="600000">
            <a:off x="11049000" y="952500"/>
            <a:ext cx="762000" cy="762000"/>
          </a:xfrm>
          <a:prstGeom prst="star16">
            <a:avLst/>
          </a:prstGeom>
          <a:solidFill>
            <a:srgbClr val="FF3B30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stretch for stray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wellness × social impact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16-Point Star 19"/>
          <p:cNvSpPr/>
          <p:nvPr/>
        </p:nvSpPr>
        <p:spPr>
          <a:xfrm rot="720000">
            <a:off x="381000" y="952500"/>
            <a:ext cx="2095500" cy="209550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16-Point Star 20"/>
          <p:cNvSpPr/>
          <p:nvPr/>
        </p:nvSpPr>
        <p:spPr>
          <a:xfrm rot="21120000">
            <a:off x="3492500" y="4572000"/>
            <a:ext cx="1600200" cy="1600200"/>
          </a:xfrm>
          <a:prstGeom prst="star16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 rot="21300000">
            <a:off x="762000" y="1270000"/>
            <a:ext cx="3302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A7A7A"/>
                </a:solidFill>
                <a:latin typeface="Poppins"/>
              </a:rPr>
              <a:t>drop poster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5500" y="1041400"/>
            <a:ext cx="6985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4600" b="0" i="0">
                <a:solidFill>
                  <a:srgbClr val="000000"/>
                </a:solidFill>
                <a:latin typeface="Anton"/>
              </a:rPr>
              <a:t>STRETCH
FOR STRAY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5500" y="2578100"/>
            <a:ext cx="6667500" cy="850900"/>
          </a:xfrm>
          <a:prstGeom prst="roundRect">
            <a:avLst>
              <a:gd name="adj" fmla="val 30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4914900" y="3403600"/>
            <a:ext cx="215900" cy="165100"/>
          </a:xfrm>
          <a:prstGeom prst="triangle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27600" y="3378200"/>
            <a:ext cx="190500" cy="508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1400" y="2692400"/>
            <a:ext cx="62357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5500" y="36449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400">
                <a:solidFill>
                  <a:srgbClr val="000000"/>
                </a:solidFill>
                <a:latin typeface="Space Mono"/>
              </a:rPr>
              <a:t>MY CONTRIBUTION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35500" y="3975100"/>
            <a:ext cx="3937000" cy="317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49800" y="4057650"/>
            <a:ext cx="152400" cy="152400"/>
          </a:xfrm>
          <a:prstGeom prst="ellipse">
            <a:avLst/>
          </a:prstGeom>
          <a:solidFill>
            <a:srgbClr val="FF7BC4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9751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Campaign concept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35500" y="4356100"/>
            <a:ext cx="3937000" cy="317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49800" y="4438650"/>
            <a:ext cx="152400" cy="152400"/>
          </a:xfrm>
          <a:prstGeom prst="ellipse">
            <a:avLst/>
          </a:prstGeom>
          <a:solidFill>
            <a:srgbClr val="9BE22B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3561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Event promotion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35500" y="4737100"/>
            <a:ext cx="3937000" cy="317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49800" y="4819650"/>
            <a:ext cx="152400" cy="152400"/>
          </a:xfrm>
          <a:prstGeom prst="ellipse">
            <a:avLst/>
          </a:prstGeom>
          <a:solidFill>
            <a:srgbClr val="2B6C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47371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Social media content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35500" y="5118100"/>
            <a:ext cx="3937000" cy="317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49800" y="5200650"/>
            <a:ext cx="152400" cy="152400"/>
          </a:xfrm>
          <a:prstGeom prst="ellipse">
            <a:avLst/>
          </a:prstGeom>
          <a:solidFill>
            <a:srgbClr val="FFE83D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51181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Partnership communication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35500" y="5499100"/>
            <a:ext cx="3937000" cy="317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49800" y="5581650"/>
            <a:ext cx="152400" cy="152400"/>
          </a:xfrm>
          <a:prstGeom prst="ellipse">
            <a:avLst/>
          </a:prstGeom>
          <a:solidFill>
            <a:srgbClr val="34C759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549910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Event coordination</a:t>
            </a:r>
          </a:p>
        </p:txBody>
      </p:sp>
      <p:sp>
        <p:nvSpPr>
          <p:cNvPr id="44" name="16-Point Star 43"/>
          <p:cNvSpPr/>
          <p:nvPr/>
        </p:nvSpPr>
        <p:spPr>
          <a:xfrm rot="720000">
            <a:off x="8636000" y="3492500"/>
            <a:ext cx="1327150" cy="1327150"/>
          </a:xfrm>
          <a:prstGeom prst="star16">
            <a:avLst/>
          </a:prstGeom>
          <a:solidFill>
            <a:srgbClr val="FF7BC4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16-Point Star 44"/>
          <p:cNvSpPr/>
          <p:nvPr/>
        </p:nvSpPr>
        <p:spPr>
          <a:xfrm rot="21120000">
            <a:off x="10858500" y="5080000"/>
            <a:ext cx="1013460" cy="1013460"/>
          </a:xfrm>
          <a:prstGeom prst="star16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 rot="300000">
            <a:off x="9017000" y="3810000"/>
            <a:ext cx="2413000" cy="177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A7A7A"/>
                </a:solidFill>
                <a:latin typeface="Poppins"/>
              </a:rPr>
              <a:t>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other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organisations &amp; projects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1054100"/>
            <a:ext cx="825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My creative experience also grew through student organizations, academic projects, and collaborative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8500" y="17145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8500" y="1714500"/>
            <a:ext cx="3429000" cy="4445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8500" y="2139950"/>
            <a:ext cx="3429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900" y="1714500"/>
            <a:ext cx="2540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Space Mono"/>
              </a:rPr>
              <a:t>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000" y="2349500"/>
            <a:ext cx="3048000" cy="12065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700" y="3708400"/>
            <a:ext cx="298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Anton"/>
              </a:rPr>
              <a:t>Himpunan Mahasiswa PPP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1200"/>
            <a:ext cx="2984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oppins"/>
              </a:rPr>
              <a:t>Head of Media &amp; Branding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1500" y="17145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1500" y="1714500"/>
            <a:ext cx="3429000" cy="444500"/>
          </a:xfrm>
          <a:prstGeom prst="rect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1500" y="2139950"/>
            <a:ext cx="3429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3900" y="1714500"/>
            <a:ext cx="2540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000000"/>
                </a:solidFill>
                <a:latin typeface="Space Mono"/>
              </a:rPr>
              <a:t>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2349500"/>
            <a:ext cx="3048000" cy="12065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4700" y="3708400"/>
            <a:ext cx="298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Anton"/>
              </a:rPr>
              <a:t>Pekan Seni Budaya IPB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7400" y="4521200"/>
            <a:ext cx="2984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oppins"/>
              </a:rPr>
              <a:t>Vice Head / Staff DKV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4500" y="17145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4500" y="1714500"/>
            <a:ext cx="3429000" cy="4445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64500" y="2139950"/>
            <a:ext cx="3429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6900" y="1714500"/>
            <a:ext cx="2540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300">
                <a:solidFill>
                  <a:srgbClr val="FFFFFF"/>
                </a:solidFill>
                <a:latin typeface="Space Mono"/>
              </a:rPr>
              <a:t>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55000" y="2349500"/>
            <a:ext cx="3048000" cy="12065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5875">
            <a:solidFill>
              <a:srgbClr val="CCC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999999"/>
                </a:solidFill>
                <a:latin typeface="Poppins"/>
              </a:rPr>
              <a:t>drop photo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7700" y="3708400"/>
            <a:ext cx="298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000000"/>
                </a:solidFill>
                <a:latin typeface="Anton"/>
              </a:rPr>
              <a:t>Academic &amp; Research Projects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400" y="4521200"/>
            <a:ext cx="2984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Poppins"/>
              </a:rPr>
              <a:t>Visual communication · presentation ·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skills &amp;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what i bring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8500" y="1143000"/>
            <a:ext cx="5207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8500" y="1143000"/>
            <a:ext cx="5207000" cy="4191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8500" y="1543050"/>
            <a:ext cx="5207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300" y="114300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nton"/>
              </a:rPr>
              <a:t>CREATIVE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7526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Graphic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0500" y="18796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00500" y="18796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FF7BC4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2352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Copywriting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500" y="23622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00500" y="2362200"/>
            <a:ext cx="1511300" cy="127000"/>
          </a:xfrm>
          <a:prstGeom prst="roundRect">
            <a:avLst>
              <a:gd name="adj" fmla="val 50000"/>
            </a:avLst>
          </a:prstGeom>
          <a:solidFill>
            <a:srgbClr val="FF7BC4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178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Content Creation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0500" y="28448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00500" y="2844800"/>
            <a:ext cx="1371600" cy="127000"/>
          </a:xfrm>
          <a:prstGeom prst="roundRect">
            <a:avLst>
              <a:gd name="adj" fmla="val 50000"/>
            </a:avLst>
          </a:prstGeom>
          <a:solidFill>
            <a:srgbClr val="FF7BC4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2004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Visual Communication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00500" y="33274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00500" y="3327400"/>
            <a:ext cx="1231900" cy="127000"/>
          </a:xfrm>
          <a:prstGeom prst="roundRect">
            <a:avLst>
              <a:gd name="adj" fmla="val 50000"/>
            </a:avLst>
          </a:prstGeom>
          <a:solidFill>
            <a:srgbClr val="FF7BC4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3500" y="1143000"/>
            <a:ext cx="52070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13500" y="1143000"/>
            <a:ext cx="5207000" cy="4191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13500" y="1543050"/>
            <a:ext cx="52070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1300" y="114300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Anton"/>
              </a:rPr>
              <a:t>MARKETING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17526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Social Media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15500" y="18796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715500" y="18796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2B6C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22352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Campaign Development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15500" y="23622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15500" y="2362200"/>
            <a:ext cx="1511300" cy="127000"/>
          </a:xfrm>
          <a:prstGeom prst="roundRect">
            <a:avLst>
              <a:gd name="adj" fmla="val 50000"/>
            </a:avLst>
          </a:prstGeom>
          <a:solidFill>
            <a:srgbClr val="2B6C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27178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Event Management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15500" y="28448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715500" y="2844800"/>
            <a:ext cx="1371600" cy="127000"/>
          </a:xfrm>
          <a:prstGeom prst="roundRect">
            <a:avLst>
              <a:gd name="adj" fmla="val 50000"/>
            </a:avLst>
          </a:prstGeom>
          <a:solidFill>
            <a:srgbClr val="2B6C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3200400"/>
            <a:ext cx="292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Partnership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15500" y="3327400"/>
            <a:ext cx="1651000" cy="127000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15500" y="3327400"/>
            <a:ext cx="1231900" cy="127000"/>
          </a:xfrm>
          <a:prstGeom prst="roundRect">
            <a:avLst>
              <a:gd name="adj" fmla="val 50000"/>
            </a:avLst>
          </a:prstGeom>
          <a:solidFill>
            <a:srgbClr val="2B6C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200" y="40386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 spc="400">
                <a:solidFill>
                  <a:srgbClr val="000000"/>
                </a:solidFill>
                <a:latin typeface="Space Mono"/>
              </a:rPr>
              <a:t>TOOLS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8500" y="4381500"/>
            <a:ext cx="898525" cy="304800"/>
          </a:xfrm>
          <a:prstGeom prst="roundRect">
            <a:avLst>
              <a:gd name="adj" fmla="val 40000"/>
            </a:avLst>
          </a:prstGeom>
          <a:solidFill>
            <a:srgbClr val="FFE83D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CANVA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85925" y="4381500"/>
            <a:ext cx="2323465" cy="304800"/>
          </a:xfrm>
          <a:prstGeom prst="roundRect">
            <a:avLst>
              <a:gd name="adj" fmla="val 40000"/>
            </a:avLst>
          </a:prstGeom>
          <a:solidFill>
            <a:srgbClr val="9BE22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ADOBE ILLUSTRATOR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98290" y="4381500"/>
            <a:ext cx="2085975" cy="304800"/>
          </a:xfrm>
          <a:prstGeom prst="roundRect">
            <a:avLst>
              <a:gd name="adj" fmla="val 40000"/>
            </a:avLst>
          </a:prstGeom>
          <a:solidFill>
            <a:srgbClr val="FF7BC4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ADOBE PHOTOSHOP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73165" y="4381500"/>
            <a:ext cx="1017270" cy="304800"/>
          </a:xfrm>
          <a:prstGeom prst="roundRect">
            <a:avLst>
              <a:gd name="adj" fmla="val 40000"/>
            </a:avLst>
          </a:prstGeom>
          <a:solidFill>
            <a:srgbClr val="2B6C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CAPCUT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8500" y="5003800"/>
            <a:ext cx="2204720" cy="3048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MICROSOFT OFFICE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92120" y="5003800"/>
            <a:ext cx="2204720" cy="304800"/>
          </a:xfrm>
          <a:prstGeom prst="roundRect">
            <a:avLst>
              <a:gd name="adj" fmla="val 40000"/>
            </a:avLst>
          </a:prstGeom>
          <a:solidFill>
            <a:srgbClr val="FFE83D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GOOGLE WORKSPACE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85740" y="5003800"/>
            <a:ext cx="1136015" cy="304800"/>
          </a:xfrm>
          <a:prstGeom prst="roundRect">
            <a:avLst>
              <a:gd name="adj" fmla="val 40000"/>
            </a:avLst>
          </a:prstGeom>
          <a:solidFill>
            <a:srgbClr val="FF3B3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MINITAB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100" y="190500"/>
            <a:ext cx="431800" cy="431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700" y="292100"/>
            <a:ext cx="228600" cy="2286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88900"/>
            <a:ext cx="698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400" b="0" i="0">
                <a:solidFill>
                  <a:srgbClr val="000000"/>
                </a:solidFill>
                <a:latin typeface="Anton"/>
              </a:rPr>
              <a:t>let's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" y="5334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always open</a:t>
            </a:r>
          </a:p>
        </p:txBody>
      </p:sp>
      <p:sp>
        <p:nvSpPr>
          <p:cNvPr id="9" name="Oval 8"/>
          <p:cNvSpPr/>
          <p:nvPr/>
        </p:nvSpPr>
        <p:spPr>
          <a:xfrm>
            <a:off x="11734800" y="2921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34800" y="4064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34800" y="52070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62484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6248400"/>
            <a:ext cx="762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540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83900" y="6248400"/>
            <a:ext cx="419100" cy="4191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1023600" y="6362700"/>
            <a:ext cx="165100" cy="19050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31850"/>
            <a:ext cx="12192000" cy="51752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2000" y="1270000"/>
            <a:ext cx="5715000" cy="952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041400" y="219710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4100" y="217170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00" y="1384300"/>
            <a:ext cx="5283200" cy="736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Poppins"/>
              </a:rPr>
              <a:t>thanks 4 scrolling!! 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2413000"/>
            <a:ext cx="7112000" cy="1270000"/>
          </a:xfrm>
          <a:prstGeom prst="roundRect">
            <a:avLst>
              <a:gd name="adj" fmla="val 30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1041400" y="3657600"/>
            <a:ext cx="215900" cy="165100"/>
          </a:xfrm>
          <a:prstGeom prst="triangle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4100" y="3632200"/>
            <a:ext cx="190500" cy="508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900" y="2527300"/>
            <a:ext cx="6680200" cy="1054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50" b="0" i="0">
                <a:solidFill>
                  <a:srgbClr val="000000"/>
                </a:solidFill>
                <a:latin typeface="Poppins"/>
              </a:rPr>
              <a:t>Thank you for taking the time to explore my work. I'm always open to new creative opportunities, collaborations, and projects.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3937000"/>
            <a:ext cx="6350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 i="0">
                <a:solidFill>
                  <a:srgbClr val="000000"/>
                </a:solidFill>
                <a:latin typeface="Anton"/>
              </a:rPr>
              <a:t>LET'S WORK
TOGETHER.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3000" y="1270000"/>
            <a:ext cx="4064000" cy="762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58100" y="1460500"/>
            <a:ext cx="381000" cy="3810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409700"/>
            <a:ext cx="292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300">
                <a:solidFill>
                  <a:srgbClr val="000000"/>
                </a:solidFill>
                <a:latin typeface="Space Mono"/>
              </a:rPr>
              <a:t>WHATSAPP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6637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Poppins"/>
              </a:rPr>
              <a:t>+62 8xx-xxxx-xxxx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3000" y="2222500"/>
            <a:ext cx="4064000" cy="762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58100" y="2413000"/>
            <a:ext cx="381000" cy="381000"/>
          </a:xfrm>
          <a:prstGeom prst="ellipse">
            <a:avLst/>
          </a:prstGeom>
          <a:solidFill>
            <a:srgbClr val="FF3B30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362200"/>
            <a:ext cx="292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300">
                <a:solidFill>
                  <a:srgbClr val="000000"/>
                </a:solidFill>
                <a:latin typeface="Space Mono"/>
              </a:rPr>
              <a:t>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162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Poppins"/>
              </a:rPr>
              <a:t>hello@email.com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3000" y="3175000"/>
            <a:ext cx="4064000" cy="762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658100" y="3365500"/>
            <a:ext cx="381000" cy="381000"/>
          </a:xfrm>
          <a:prstGeom prst="ellipse">
            <a:avLst/>
          </a:prstGeom>
          <a:solidFill>
            <a:srgbClr val="2B6C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314700"/>
            <a:ext cx="292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300">
                <a:solidFill>
                  <a:srgbClr val="000000"/>
                </a:solidFill>
                <a:latin typeface="Space Mono"/>
              </a:rPr>
              <a:t>LINKEDIN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5687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Poppins"/>
              </a:rPr>
              <a:t>linkedin.com/in/username</a:t>
            </a:r>
          </a:p>
        </p:txBody>
      </p:sp>
      <p:sp>
        <p:nvSpPr>
          <p:cNvPr id="41" name="16-Point Star 40"/>
          <p:cNvSpPr/>
          <p:nvPr/>
        </p:nvSpPr>
        <p:spPr>
          <a:xfrm rot="960000">
            <a:off x="7493000" y="4064000"/>
            <a:ext cx="1143000" cy="1143000"/>
          </a:xfrm>
          <a:prstGeom prst="star16">
            <a:avLst/>
          </a:prstGeom>
          <a:solidFill>
            <a:srgbClr val="FF7BC4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3000" y="4064000"/>
            <a:ext cx="1143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600" b="0" i="0">
                <a:solidFill>
                  <a:srgbClr val="000000"/>
                </a:solidFill>
                <a:latin typeface="Anton"/>
              </a:rPr>
              <a:t>HI!</a:t>
            </a:r>
          </a:p>
        </p:txBody>
      </p:sp>
      <p:sp>
        <p:nvSpPr>
          <p:cNvPr id="43" name="Rounded Rectangle 42"/>
          <p:cNvSpPr/>
          <p:nvPr/>
        </p:nvSpPr>
        <p:spPr>
          <a:xfrm rot="300000">
            <a:off x="9080500" y="3937000"/>
            <a:ext cx="24130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7A7A7A"/>
                </a:solidFill>
                <a:latin typeface="Poppins"/>
              </a:rPr>
              <a:t>drop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