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2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2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2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7b890bef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19d36f67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" y="177800"/>
            <a:ext cx="7010400" cy="2565400"/>
          </a:xfrm>
          <a:prstGeom prst="rect">
            <a:avLst/>
          </a:prstGeom>
        </p:spPr>
      </p:pic>
      <p:pic>
        <p:nvPicPr>
          <p:cNvPr id="5" name="Picture 4" descr="e59e765b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44500"/>
            <a:ext cx="3886200" cy="914400"/>
          </a:xfrm>
          <a:prstGeom prst="rect">
            <a:avLst/>
          </a:prstGeom>
        </p:spPr>
      </p:pic>
      <p:pic>
        <p:nvPicPr>
          <p:cNvPr id="6" name="Picture 5" descr="49d97b77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" y="1030732"/>
            <a:ext cx="5080000" cy="914400"/>
          </a:xfrm>
          <a:prstGeom prst="rect">
            <a:avLst/>
          </a:prstGeom>
        </p:spPr>
      </p:pic>
      <p:pic>
        <p:nvPicPr>
          <p:cNvPr id="7" name="Picture 6" descr="7d7661837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1642364"/>
            <a:ext cx="3127375" cy="777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0400" y="2350706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1" i="0" spc="800">
                <a:solidFill>
                  <a:srgbClr val="FFFFFF"/>
                </a:solidFill>
                <a:latin typeface="Poppins"/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782506"/>
            <a:ext cx="3556000" cy="393700"/>
          </a:xfrm>
          <a:prstGeom prst="rect">
            <a:avLst/>
          </a:prstGeom>
          <a:solidFill>
            <a:srgbClr val="0C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2782506"/>
            <a:ext cx="355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1" i="0" spc="600">
                <a:solidFill>
                  <a:srgbClr val="FFFFFF"/>
                </a:solidFill>
                <a:latin typeface="Poppins"/>
              </a:rPr>
              <a:t>ZAHRA LEVINA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3328607"/>
            <a:ext cx="3683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Poppins"/>
              </a:rPr>
              <a:t>content production · social media · visual storytelling</a:t>
            </a:r>
          </a:p>
        </p:txBody>
      </p:sp>
      <p:pic>
        <p:nvPicPr>
          <p:cNvPr id="12" name="Picture 11" descr="11ae6369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7200" y="774700"/>
            <a:ext cx="4800600" cy="5689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21480000">
            <a:off x="7302500" y="1270000"/>
            <a:ext cx="3810000" cy="4699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drop portrait</a:t>
            </a:r>
          </a:p>
        </p:txBody>
      </p:sp>
      <p:pic>
        <p:nvPicPr>
          <p:cNvPr id="14" name="Picture 13" descr="5ac5c5cb3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00" y="4114800"/>
            <a:ext cx="2578100" cy="2260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62000" y="4610100"/>
            <a:ext cx="1587500" cy="1270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pic>
        <p:nvPicPr>
          <p:cNvPr id="16" name="Picture 15" descr="4a058b099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7400" y="4457700"/>
            <a:ext cx="2387600" cy="19177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 rot="21240000">
            <a:off x="2552700" y="4953000"/>
            <a:ext cx="1397000" cy="9271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pic>
        <p:nvPicPr>
          <p:cNvPr id="18" name="Picture 17" descr="2491d2351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6450" y="361950"/>
            <a:ext cx="1511300" cy="1511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21400" y="876300"/>
            <a:ext cx="10414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0C1024"/>
                </a:solidFill>
                <a:latin typeface="Poppins"/>
              </a:rPr>
              <a:t>NEW
2026</a:t>
            </a:r>
          </a:p>
        </p:txBody>
      </p:sp>
      <p:pic>
        <p:nvPicPr>
          <p:cNvPr id="20" name="Picture 19" descr="2b6998e5d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1750" y="3333750"/>
            <a:ext cx="1206500" cy="1206500"/>
          </a:xfrm>
          <a:prstGeom prst="rect">
            <a:avLst/>
          </a:prstGeom>
        </p:spPr>
      </p:pic>
      <p:pic>
        <p:nvPicPr>
          <p:cNvPr id="21" name="Picture 20" descr="b9a059e5c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29950" y="2508250"/>
            <a:ext cx="952500" cy="952500"/>
          </a:xfrm>
          <a:prstGeom prst="rect">
            <a:avLst/>
          </a:prstGeom>
        </p:spPr>
      </p:pic>
      <p:pic>
        <p:nvPicPr>
          <p:cNvPr id="22" name="Picture 21" descr="75009d34b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8250" y="1619250"/>
            <a:ext cx="825500" cy="825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12000" y="65151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Poppins"/>
              </a:rPr>
              <a:t>ZAHRA LEVINA · CONTENT PRODUCTION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f5e5004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13d6d3a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139700"/>
            <a:ext cx="5105400" cy="1866900"/>
          </a:xfrm>
          <a:prstGeom prst="rect">
            <a:avLst/>
          </a:prstGeom>
        </p:spPr>
      </p:pic>
      <p:pic>
        <p:nvPicPr>
          <p:cNvPr id="5" name="Picture 4" descr="4ba679bc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406400"/>
            <a:ext cx="3486150" cy="838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212596"/>
            <a:ext cx="419100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2000"/>
              </a:spcAft>
            </a:pPr>
            <a:r>
              <a:rPr sz="1500" b="0" i="1">
                <a:solidFill>
                  <a:srgbClr val="FFFFFF"/>
                </a:solidFill>
                <a:latin typeface="Poppins"/>
              </a:rPr>
              <a:t>I work across content, creative, and communication — from developing visual ideas and social media content to supporting events, campaigns, and brand collaborations.</a:t>
            </a:r>
          </a:p>
          <a:p>
            <a:pPr algn="l">
              <a:lnSpc>
                <a:spcPct val="170000"/>
              </a:lnSpc>
              <a:spcAft>
                <a:spcPts val="2000"/>
              </a:spcAft>
            </a:pPr>
            <a:r>
              <a:rPr sz="1500" b="0" i="1">
                <a:solidFill>
                  <a:srgbClr val="FFFFFF"/>
                </a:solidFill>
                <a:latin typeface="Poppins"/>
              </a:rPr>
              <a:t>I enjoy the hands-on side of creative work: preparing, creating, editing, organizing, and turning an idea into something ready to share.</a:t>
            </a:r>
          </a:p>
        </p:txBody>
      </p:sp>
      <p:pic>
        <p:nvPicPr>
          <p:cNvPr id="7" name="Picture 6" descr="ce496e118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9700" y="647700"/>
            <a:ext cx="4546600" cy="5435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0" y="1143000"/>
            <a:ext cx="3556000" cy="4445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drop portrait</a:t>
            </a:r>
          </a:p>
        </p:txBody>
      </p:sp>
      <p:pic>
        <p:nvPicPr>
          <p:cNvPr id="9" name="Picture 8" descr="aa8f9730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6700" y="3568700"/>
            <a:ext cx="2895600" cy="2514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300000">
            <a:off x="9652000" y="4064000"/>
            <a:ext cx="1905000" cy="1524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5816600"/>
            <a:ext cx="3556000" cy="368300"/>
          </a:xfrm>
          <a:prstGeom prst="rect">
            <a:avLst/>
          </a:prstGeom>
          <a:solidFill>
            <a:srgbClr val="0C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5816600"/>
            <a:ext cx="35560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1" i="0" spc="400">
                <a:solidFill>
                  <a:srgbClr val="FFFFFF"/>
                </a:solidFill>
                <a:latin typeface="Poppins"/>
              </a:rPr>
              <a:t>CONTENT · CREATIVE · COMMUNICATION</a:t>
            </a:r>
          </a:p>
        </p:txBody>
      </p:sp>
      <p:pic>
        <p:nvPicPr>
          <p:cNvPr id="13" name="Picture 12" descr="7e0dec268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0" y="571500"/>
            <a:ext cx="1016000" cy="1016000"/>
          </a:xfrm>
          <a:prstGeom prst="rect">
            <a:avLst/>
          </a:prstGeom>
        </p:spPr>
      </p:pic>
      <p:pic>
        <p:nvPicPr>
          <p:cNvPr id="14" name="Picture 13" descr="f1641faed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4850" y="1022350"/>
            <a:ext cx="1257300" cy="1257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12000" y="65151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Poppins"/>
              </a:rPr>
              <a:t>ZAHRA LEVINA · CONTENT PRODUCTION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e9fee8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b5631e16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114300"/>
            <a:ext cx="7264400" cy="1866900"/>
          </a:xfrm>
          <a:prstGeom prst="rect">
            <a:avLst/>
          </a:prstGeom>
        </p:spPr>
      </p:pic>
      <p:pic>
        <p:nvPicPr>
          <p:cNvPr id="5" name="Picture 4" descr="dcd497ac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68300"/>
            <a:ext cx="5930900" cy="7842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1233996"/>
            <a:ext cx="1435100" cy="952500"/>
          </a:xfrm>
          <a:prstGeom prst="rect">
            <a:avLst/>
          </a:prstGeom>
          <a:solidFill>
            <a:srgbClr val="E8352B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335596"/>
            <a:ext cx="14351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 i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614996"/>
            <a:ext cx="1435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1" i="1">
                <a:solidFill>
                  <a:srgbClr val="FFFFFF"/>
                </a:solidFill>
                <a:latin typeface="Poppins"/>
              </a:rPr>
              <a:t>IDEA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7100" y="1233996"/>
            <a:ext cx="1435100" cy="952500"/>
          </a:xfrm>
          <a:prstGeom prst="rect">
            <a:avLst/>
          </a:prstGeom>
          <a:solidFill>
            <a:srgbClr val="2B4FD8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7100" y="1335596"/>
            <a:ext cx="14351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 i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7100" y="1614996"/>
            <a:ext cx="1435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1" i="1">
                <a:solidFill>
                  <a:srgbClr val="FFFFFF"/>
                </a:solidFill>
                <a:latin typeface="Poppins"/>
              </a:rPr>
              <a:t>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4600" y="1233996"/>
            <a:ext cx="1435100" cy="952500"/>
          </a:xfrm>
          <a:prstGeom prst="rect">
            <a:avLst/>
          </a:prstGeom>
          <a:solidFill>
            <a:srgbClr val="35C5F0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4600" y="1335596"/>
            <a:ext cx="14351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 i="1">
                <a:solidFill>
                  <a:srgbClr val="0C1024"/>
                </a:solidFill>
                <a:latin typeface="Poppi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4600" y="1614996"/>
            <a:ext cx="1435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1" i="1">
                <a:solidFill>
                  <a:srgbClr val="0C1024"/>
                </a:solidFill>
                <a:latin typeface="Poppins"/>
              </a:rPr>
              <a:t>PREPARE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72100" y="1233996"/>
            <a:ext cx="1435100" cy="952500"/>
          </a:xfrm>
          <a:prstGeom prst="rect">
            <a:avLst/>
          </a:prstGeom>
          <a:solidFill>
            <a:srgbClr val="0C1024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2100" y="1335596"/>
            <a:ext cx="14351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 i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2100" y="1614996"/>
            <a:ext cx="1435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1" i="1">
                <a:solidFill>
                  <a:srgbClr val="FFFFFF"/>
                </a:solidFill>
                <a:latin typeface="Poppins"/>
              </a:rPr>
              <a:t>PRODUCE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59600" y="1233996"/>
            <a:ext cx="1435100" cy="952500"/>
          </a:xfrm>
          <a:prstGeom prst="rect">
            <a:avLst/>
          </a:prstGeom>
          <a:solidFill>
            <a:srgbClr val="E8352B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9600" y="1335596"/>
            <a:ext cx="14351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 i="1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9600" y="1614996"/>
            <a:ext cx="1435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1" i="1">
                <a:solidFill>
                  <a:srgbClr val="FFFFFF"/>
                </a:solidFill>
                <a:latin typeface="Poppins"/>
              </a:rPr>
              <a:t>EDIT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7100" y="1233996"/>
            <a:ext cx="1435100" cy="952500"/>
          </a:xfrm>
          <a:prstGeom prst="rect">
            <a:avLst/>
          </a:prstGeom>
          <a:solidFill>
            <a:srgbClr val="2B4FD8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7100" y="1335596"/>
            <a:ext cx="14351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 i="1">
                <a:solidFill>
                  <a:srgbClr val="FFFFFF"/>
                </a:solidFill>
                <a:latin typeface="Poppin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7100" y="1614996"/>
            <a:ext cx="1435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1" i="1">
                <a:solidFill>
                  <a:srgbClr val="FFFFFF"/>
                </a:solidFill>
                <a:latin typeface="Poppins"/>
              </a:rPr>
              <a:t>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34600" y="1233996"/>
            <a:ext cx="1435100" cy="952500"/>
          </a:xfrm>
          <a:prstGeom prst="rect">
            <a:avLst/>
          </a:prstGeom>
          <a:solidFill>
            <a:srgbClr val="35C5F0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34600" y="1335596"/>
            <a:ext cx="14351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 i="1">
                <a:solidFill>
                  <a:srgbClr val="FFFFFF"/>
                </a:solidFill>
                <a:latin typeface="Poppin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4600" y="1614996"/>
            <a:ext cx="1435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900" b="1" i="1">
                <a:solidFill>
                  <a:srgbClr val="FFFFFF"/>
                </a:solidFill>
                <a:latin typeface="Poppins"/>
              </a:rPr>
              <a:t>PUBLISH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2440496"/>
            <a:ext cx="6604000" cy="1358900"/>
          </a:xfrm>
          <a:prstGeom prst="rect">
            <a:avLst/>
          </a:prstGeom>
          <a:solidFill>
            <a:srgbClr val="0C1024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" y="2567496"/>
            <a:ext cx="6146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Poppins"/>
              </a:rPr>
              <a:t>Good content is not only about the final visual.</a:t>
            </a: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250" b="0" i="1">
                <a:solidFill>
                  <a:srgbClr val="FFFFFF"/>
                </a:solidFill>
                <a:latin typeface="Poppins"/>
              </a:rPr>
              <a:t>It is also about the details behind it — preparation, consistency, timing, and making sure everything is ready before it goes live.</a:t>
            </a:r>
          </a:p>
        </p:txBody>
      </p:sp>
      <p:pic>
        <p:nvPicPr>
          <p:cNvPr id="29" name="Picture 28" descr="04780162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1200" y="1754696"/>
            <a:ext cx="2895600" cy="23876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556500" y="2249996"/>
            <a:ext cx="1905000" cy="1397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content prep</a:t>
            </a:r>
          </a:p>
        </p:txBody>
      </p:sp>
      <p:pic>
        <p:nvPicPr>
          <p:cNvPr id="31" name="Picture 30" descr="98f515a1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6700" y="1881696"/>
            <a:ext cx="2895600" cy="22606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 rot="240000">
            <a:off x="9652000" y="2376996"/>
            <a:ext cx="1905000" cy="1270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pic>
        <p:nvPicPr>
          <p:cNvPr id="33" name="Picture 32" descr="37a316e75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9700" y="3316795"/>
            <a:ext cx="3657600" cy="19431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 rot="21420000">
            <a:off x="8255000" y="3812095"/>
            <a:ext cx="2667000" cy="952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pic>
        <p:nvPicPr>
          <p:cNvPr id="35" name="Picture 34" descr="a0810a9fe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4850" y="704850"/>
            <a:ext cx="1257300" cy="1257300"/>
          </a:xfrm>
          <a:prstGeom prst="rect">
            <a:avLst/>
          </a:prstGeom>
        </p:spPr>
      </p:pic>
      <p:pic>
        <p:nvPicPr>
          <p:cNvPr id="36" name="Picture 35" descr="f3a1fa651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0" y="1619250"/>
            <a:ext cx="952500" cy="9525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112000" y="65151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Poppins"/>
              </a:rPr>
              <a:t>ZAHRA LEVINA · CONTENT PRODUCTION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eff1956d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7abbef7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42900"/>
            <a:ext cx="6997700" cy="8096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1228408"/>
            <a:ext cx="2616200" cy="3429000"/>
          </a:xfrm>
          <a:prstGeom prst="rect">
            <a:avLst/>
          </a:prstGeom>
          <a:solidFill>
            <a:srgbClr val="E8352B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00" y="1355408"/>
            <a:ext cx="2324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1" i="1" spc="100">
                <a:solidFill>
                  <a:srgbClr val="FFFFFF"/>
                </a:solidFill>
                <a:latin typeface="Poppins"/>
              </a:rPr>
              <a:t>SOCIAL</a:t>
            </a:r>
          </a:p>
        </p:txBody>
      </p:sp>
      <p:pic>
        <p:nvPicPr>
          <p:cNvPr id="7" name="Picture 6" descr="e52f664c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1304608"/>
            <a:ext cx="3276600" cy="2070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4700" y="1799908"/>
            <a:ext cx="2286000" cy="1079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774700" y="3019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1700" y="3019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Instagram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4700" y="3400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1700" y="3400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Stories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700" y="3781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700" y="3781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Promotional posts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700" y="4162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700" y="4162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Campaign content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1228408"/>
            <a:ext cx="2616200" cy="3429000"/>
          </a:xfrm>
          <a:prstGeom prst="rect">
            <a:avLst/>
          </a:prstGeom>
          <a:solidFill>
            <a:srgbClr val="2B4FD8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8700" y="1355408"/>
            <a:ext cx="2324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1" i="1" spc="100">
                <a:solidFill>
                  <a:srgbClr val="FFFFFF"/>
                </a:solidFill>
                <a:latin typeface="Poppins"/>
              </a:rPr>
              <a:t>VISUAL</a:t>
            </a:r>
          </a:p>
        </p:txBody>
      </p:sp>
      <p:pic>
        <p:nvPicPr>
          <p:cNvPr id="19" name="Picture 18" descr="e52f664c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3400" y="1304608"/>
            <a:ext cx="3276600" cy="20701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568700" y="1799908"/>
            <a:ext cx="2286000" cy="1079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3568700" y="3019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95700" y="3019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Graphic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8700" y="3400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95700" y="3400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Layout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8700" y="3781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95700" y="3781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Visual direction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8700" y="4162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5700" y="4162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Brand materials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7600" y="1228408"/>
            <a:ext cx="2616200" cy="3429000"/>
          </a:xfrm>
          <a:prstGeom prst="rect">
            <a:avLst/>
          </a:prstGeom>
          <a:solidFill>
            <a:srgbClr val="0C1024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2700" y="1355408"/>
            <a:ext cx="2324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1" i="1" spc="100">
                <a:solidFill>
                  <a:srgbClr val="FFFFFF"/>
                </a:solidFill>
                <a:latin typeface="Poppins"/>
              </a:rPr>
              <a:t>PRODUCTION</a:t>
            </a:r>
          </a:p>
        </p:txBody>
      </p:sp>
      <p:pic>
        <p:nvPicPr>
          <p:cNvPr id="31" name="Picture 30" descr="e52f664c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1304608"/>
            <a:ext cx="3276600" cy="20701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362700" y="1799908"/>
            <a:ext cx="2286000" cy="1079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362700" y="3019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9700" y="3019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Event documentation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2700" y="3400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9700" y="3400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Content preparation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2700" y="3781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9700" y="3781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Creative coordination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62700" y="4162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9700" y="4162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Production 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91600" y="1228408"/>
            <a:ext cx="2616200" cy="3429000"/>
          </a:xfrm>
          <a:prstGeom prst="rect">
            <a:avLst/>
          </a:prstGeom>
          <a:solidFill>
            <a:srgbClr val="35C5F0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56700" y="1355408"/>
            <a:ext cx="2324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1" i="1" spc="100">
                <a:solidFill>
                  <a:srgbClr val="0C1024"/>
                </a:solidFill>
                <a:latin typeface="Poppins"/>
              </a:rPr>
              <a:t>EDITING</a:t>
            </a:r>
          </a:p>
        </p:txBody>
      </p:sp>
      <p:pic>
        <p:nvPicPr>
          <p:cNvPr id="43" name="Picture 42" descr="e52f664c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400" y="1304608"/>
            <a:ext cx="3276600" cy="207010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9156700" y="1799908"/>
            <a:ext cx="2286000" cy="1079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9156700" y="3019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3700" y="3019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Photo editing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56700" y="3400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3700" y="3400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Video editing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56700" y="3781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83700" y="3781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Short-form content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56700" y="4162108"/>
            <a:ext cx="2286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3700" y="4162108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1">
                <a:solidFill>
                  <a:srgbClr val="0C1024"/>
                </a:solidFill>
                <a:latin typeface="Poppins"/>
              </a:rPr>
              <a:t>Final asset preparation</a:t>
            </a:r>
          </a:p>
        </p:txBody>
      </p:sp>
      <p:pic>
        <p:nvPicPr>
          <p:cNvPr id="53" name="Picture 52" descr="91df7060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3950" y="3714750"/>
            <a:ext cx="952500" cy="9525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112000" y="65151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Poppins"/>
              </a:rPr>
              <a:t>ZAHRA LEVINA · CONTENT PRODUCTION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8891664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5ad4ca8d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88900"/>
            <a:ext cx="6756400" cy="1803400"/>
          </a:xfrm>
          <a:prstGeom prst="rect">
            <a:avLst/>
          </a:prstGeom>
        </p:spPr>
      </p:pic>
      <p:pic>
        <p:nvPicPr>
          <p:cNvPr id="5" name="Picture 4" descr="7acb4268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55600"/>
            <a:ext cx="4657725" cy="828675"/>
          </a:xfrm>
          <a:prstGeom prst="rect">
            <a:avLst/>
          </a:prstGeom>
        </p:spPr>
      </p:pic>
      <p:pic>
        <p:nvPicPr>
          <p:cNvPr id="6" name="Picture 5" descr="ecad44c2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" y="760667"/>
            <a:ext cx="492760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8500" y="1255967"/>
            <a:ext cx="3937000" cy="3810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event visual</a:t>
            </a:r>
          </a:p>
        </p:txBody>
      </p:sp>
      <p:pic>
        <p:nvPicPr>
          <p:cNvPr id="8" name="Picture 7" descr="6309d416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200" y="4697666"/>
            <a:ext cx="2895600" cy="2197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8500" y="5192966"/>
            <a:ext cx="1905000" cy="1206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promo content</a:t>
            </a:r>
          </a:p>
        </p:txBody>
      </p:sp>
      <p:pic>
        <p:nvPicPr>
          <p:cNvPr id="10" name="Picture 9" descr="7e00865ed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900" y="4697666"/>
            <a:ext cx="2882900" cy="2197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 rot="180000">
            <a:off x="2743200" y="5192966"/>
            <a:ext cx="1892300" cy="1206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social 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0" y="1255967"/>
            <a:ext cx="6477000" cy="1905000"/>
          </a:xfrm>
          <a:prstGeom prst="rect">
            <a:avLst/>
          </a:prstGeom>
          <a:solidFill>
            <a:srgbClr val="0C1024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300" y="1395667"/>
            <a:ext cx="60071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i="1" spc="200">
                <a:solidFill>
                  <a:srgbClr val="FFE400"/>
                </a:solidFill>
                <a:latin typeface="Poppins"/>
              </a:rPr>
              <a:t>WELLNESS COMMUNITY &amp; EVENT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300" y="1751267"/>
            <a:ext cx="60071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Poppins"/>
              </a:rPr>
              <a:t>As a co-founder, I work across the creative side of Sawala Space — developing event concepts, creating promotional content, managing social media materials, communicating with brand partners, and supporting event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0" y="3364166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i="0" spc="500">
                <a:solidFill>
                  <a:srgbClr val="0C1024"/>
                </a:solidFill>
                <a:latin typeface="Poppins"/>
              </a:rPr>
              <a:t>MY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0" y="3656266"/>
            <a:ext cx="1220197" cy="355600"/>
          </a:xfrm>
          <a:prstGeom prst="roundRect">
            <a:avLst>
              <a:gd name="adj" fmla="val 12000"/>
            </a:avLst>
          </a:prstGeom>
          <a:solidFill>
            <a:srgbClr val="E835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CONCEPT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1797" y="3656266"/>
            <a:ext cx="1202510" cy="355600"/>
          </a:xfrm>
          <a:prstGeom prst="roundRect">
            <a:avLst>
              <a:gd name="adj" fmla="val 12000"/>
            </a:avLst>
          </a:prstGeom>
          <a:solidFill>
            <a:srgbClr val="2B4FD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CONTENT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05906" y="3656266"/>
            <a:ext cx="999003" cy="355600"/>
          </a:xfrm>
          <a:prstGeom prst="roundRect">
            <a:avLst>
              <a:gd name="adj" fmla="val 12000"/>
            </a:avLst>
          </a:prstGeom>
          <a:solidFill>
            <a:srgbClr val="35C5F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0C1024"/>
                </a:solidFill>
                <a:latin typeface="Poppins"/>
              </a:rPr>
              <a:t>SOCIAL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0000" y="4113466"/>
            <a:ext cx="1350583" cy="355600"/>
          </a:xfrm>
          <a:prstGeom prst="roundRect">
            <a:avLst>
              <a:gd name="adj" fmla="val 12000"/>
            </a:avLst>
          </a:prstGeom>
          <a:solidFill>
            <a:srgbClr val="E835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CAMPAIGN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2183" y="4113466"/>
            <a:ext cx="880049" cy="355600"/>
          </a:xfrm>
          <a:prstGeom prst="roundRect">
            <a:avLst>
              <a:gd name="adj" fmla="val 12000"/>
            </a:avLst>
          </a:prstGeom>
          <a:solidFill>
            <a:srgbClr val="2B4FD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3832" y="4113466"/>
            <a:ext cx="1606287" cy="355600"/>
          </a:xfrm>
          <a:prstGeom prst="roundRect">
            <a:avLst>
              <a:gd name="adj" fmla="val 12000"/>
            </a:avLst>
          </a:prstGeom>
          <a:solidFill>
            <a:srgbClr val="35C5F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0C1024"/>
                </a:solidFill>
                <a:latin typeface="Poppins"/>
              </a:rPr>
              <a:t>PARTNERSHIP</a:t>
            </a:r>
          </a:p>
        </p:txBody>
      </p:sp>
      <p:pic>
        <p:nvPicPr>
          <p:cNvPr id="22" name="Picture 21" descr="19e91b0af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4700" y="4126166"/>
            <a:ext cx="4165600" cy="2768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80000" y="4621466"/>
            <a:ext cx="3175000" cy="1778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campaign material</a:t>
            </a:r>
          </a:p>
        </p:txBody>
      </p:sp>
      <p:pic>
        <p:nvPicPr>
          <p:cNvPr id="24" name="Picture 23" descr="1f9b1ad5d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0200" y="4126166"/>
            <a:ext cx="4102100" cy="2768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 rot="21480000">
            <a:off x="8445500" y="4621466"/>
            <a:ext cx="3111500" cy="1778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event day</a:t>
            </a:r>
          </a:p>
        </p:txBody>
      </p:sp>
      <p:pic>
        <p:nvPicPr>
          <p:cNvPr id="26" name="Picture 25" descr="5d5837fa9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9100" y="927100"/>
            <a:ext cx="1193800" cy="1193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12000" y="65151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Poppins"/>
              </a:rPr>
              <a:t>ZAHRA LEVINA · CONTENT PRODUCTION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739784a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5c8effe1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38100"/>
            <a:ext cx="8788400" cy="1739900"/>
          </a:xfrm>
          <a:prstGeom prst="rect">
            <a:avLst/>
          </a:prstGeom>
        </p:spPr>
      </p:pic>
      <p:pic>
        <p:nvPicPr>
          <p:cNvPr id="5" name="Picture 4" descr="9ee2eaf0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17500"/>
            <a:ext cx="8524875" cy="7080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1123760"/>
            <a:ext cx="3594100" cy="19050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68a266f3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742760"/>
            <a:ext cx="2578100" cy="2667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23900" y="1238060"/>
            <a:ext cx="1587500" cy="16764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3800" y="128886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1">
                <a:solidFill>
                  <a:srgbClr val="B9BFD0"/>
                </a:solidFill>
                <a:latin typeface="Poppi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3800" y="1517460"/>
            <a:ext cx="16383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1">
                <a:solidFill>
                  <a:srgbClr val="0C1024"/>
                </a:solidFill>
                <a:latin typeface="Poppins"/>
              </a:rPr>
              <a:t>EVENT PROMOTION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3800" y="2228660"/>
            <a:ext cx="16383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1">
                <a:solidFill>
                  <a:srgbClr val="4A4F63"/>
                </a:solidFill>
                <a:latin typeface="Poppins"/>
              </a:rPr>
              <a:t>concept · design · copy · social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100" y="1123760"/>
            <a:ext cx="3594100" cy="19050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68a266f3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5100" y="742760"/>
            <a:ext cx="2578100" cy="2667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70400" y="1238060"/>
            <a:ext cx="1587500" cy="16764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300" y="128886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1">
                <a:solidFill>
                  <a:srgbClr val="B9BFD0"/>
                </a:solidFill>
                <a:latin typeface="Poppi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300" y="1517460"/>
            <a:ext cx="16383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1">
                <a:solidFill>
                  <a:srgbClr val="0C1024"/>
                </a:solidFill>
                <a:latin typeface="Poppins"/>
              </a:rPr>
              <a:t>CAMPAIGN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300" y="2228660"/>
            <a:ext cx="16383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1">
                <a:solidFill>
                  <a:srgbClr val="4A4F63"/>
                </a:solidFill>
                <a:latin typeface="Poppins"/>
              </a:rPr>
              <a:t>visual direction · promotional assets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2600" y="1123760"/>
            <a:ext cx="3594100" cy="19050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68a266f3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600" y="742760"/>
            <a:ext cx="2578100" cy="2667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16900" y="1238060"/>
            <a:ext cx="1587500" cy="16764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56800" y="128886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1">
                <a:solidFill>
                  <a:srgbClr val="B9BFD0"/>
                </a:solidFill>
                <a:latin typeface="Poppi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6800" y="1517460"/>
            <a:ext cx="16383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1">
                <a:solidFill>
                  <a:srgbClr val="0C1024"/>
                </a:solidFill>
                <a:latin typeface="Poppins"/>
              </a:rPr>
              <a:t>SOCIAL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6800" y="2228660"/>
            <a:ext cx="16383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1">
                <a:solidFill>
                  <a:srgbClr val="4A4F63"/>
                </a:solidFill>
                <a:latin typeface="Poppins"/>
              </a:rPr>
              <a:t>design · copywriting · publishing preparation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3219260"/>
            <a:ext cx="3594100" cy="19050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Picture 24" descr="68a266f3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2838260"/>
            <a:ext cx="2578100" cy="2667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23900" y="3333560"/>
            <a:ext cx="1587500" cy="16764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3800" y="338436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1">
                <a:solidFill>
                  <a:srgbClr val="B9BFD0"/>
                </a:solidFill>
                <a:latin typeface="Poppi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3800" y="3612960"/>
            <a:ext cx="16383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1">
                <a:solidFill>
                  <a:srgbClr val="0C1024"/>
                </a:solidFill>
                <a:latin typeface="Poppins"/>
              </a:rPr>
              <a:t>EVENT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3800" y="4324160"/>
            <a:ext cx="16383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1">
                <a:solidFill>
                  <a:srgbClr val="4A4F63"/>
                </a:solidFill>
                <a:latin typeface="Poppins"/>
              </a:rPr>
              <a:t>photography · documentation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6100" y="3219260"/>
            <a:ext cx="3594100" cy="19050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68a266f3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5100" y="2838260"/>
            <a:ext cx="2578100" cy="2667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470400" y="3333560"/>
            <a:ext cx="1587500" cy="16764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0300" y="338436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1">
                <a:solidFill>
                  <a:srgbClr val="B9BFD0"/>
                </a:solidFill>
                <a:latin typeface="Poppin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0300" y="3612960"/>
            <a:ext cx="16383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1">
                <a:solidFill>
                  <a:srgbClr val="0C1024"/>
                </a:solidFill>
                <a:latin typeface="Poppins"/>
              </a:rPr>
              <a:t>ORGANISATIONAL COMMS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0300" y="4324160"/>
            <a:ext cx="16383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1">
                <a:solidFill>
                  <a:srgbClr val="4A4F63"/>
                </a:solidFill>
                <a:latin typeface="Poppins"/>
              </a:rPr>
              <a:t>visual materials · social media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02600" y="3219260"/>
            <a:ext cx="3594100" cy="19050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68a266f3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600" y="2838260"/>
            <a:ext cx="2578100" cy="26670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8216900" y="3333560"/>
            <a:ext cx="1587500" cy="16764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56800" y="338436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1">
                <a:solidFill>
                  <a:srgbClr val="B9BFD0"/>
                </a:solidFill>
                <a:latin typeface="Poppin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56800" y="3612960"/>
            <a:ext cx="16383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1">
                <a:solidFill>
                  <a:srgbClr val="0C1024"/>
                </a:solidFill>
                <a:latin typeface="Poppins"/>
              </a:rPr>
              <a:t>EVENT VISUALS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324160"/>
            <a:ext cx="16383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1">
                <a:solidFill>
                  <a:srgbClr val="4A4F63"/>
                </a:solidFill>
                <a:latin typeface="Poppins"/>
              </a:rPr>
              <a:t>promotional materials · coordination</a:t>
            </a:r>
          </a:p>
        </p:txBody>
      </p:sp>
      <p:pic>
        <p:nvPicPr>
          <p:cNvPr id="42" name="Picture 41" descr="91df7060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9350" y="1555750"/>
            <a:ext cx="952500" cy="9525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112000" y="65151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Poppins"/>
              </a:rPr>
              <a:t>ZAHRA LEVINA · CONTENT PRODUCTION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eac60846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222c2755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38100"/>
            <a:ext cx="8153400" cy="1739900"/>
          </a:xfrm>
          <a:prstGeom prst="rect">
            <a:avLst/>
          </a:prstGeom>
        </p:spPr>
      </p:pic>
      <p:pic>
        <p:nvPicPr>
          <p:cNvPr id="5" name="Picture 4" descr="0bb80e78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"/>
            <a:ext cx="5356225" cy="784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0" y="1094296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i="0" spc="500">
                <a:solidFill>
                  <a:srgbClr val="0C1024"/>
                </a:solidFill>
                <a:latin typeface="Poppins"/>
              </a:rPr>
              <a:t>WELLNESS × SOCIAL IMPACT</a:t>
            </a:r>
          </a:p>
        </p:txBody>
      </p:sp>
      <p:pic>
        <p:nvPicPr>
          <p:cNvPr id="7" name="Picture 6" descr="931cd9bf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" y="1155700"/>
            <a:ext cx="4165600" cy="5181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 rot="21420000">
            <a:off x="698500" y="1651000"/>
            <a:ext cx="3175000" cy="4191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event poster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0" y="1487996"/>
            <a:ext cx="7366000" cy="825500"/>
          </a:xfrm>
          <a:prstGeom prst="rect">
            <a:avLst/>
          </a:prstGeom>
          <a:solidFill>
            <a:srgbClr val="0C1024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9600" y="1487996"/>
            <a:ext cx="6921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Poppins"/>
              </a:rPr>
              <a:t>A wellness event combining movement, community, and support for animal welfare.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0" y="2516696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i="0" spc="500">
                <a:solidFill>
                  <a:srgbClr val="0C1024"/>
                </a:solidFill>
                <a:latin typeface="Poppins"/>
              </a:rPr>
              <a:t>MY CONTRIBUTION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1000" y="2821496"/>
            <a:ext cx="3937000" cy="317500"/>
          </a:xfrm>
          <a:prstGeom prst="rect">
            <a:avLst/>
          </a:prstGeom>
          <a:solidFill>
            <a:srgbClr val="FFFFFF"/>
          </a:solidFill>
          <a:ln w="381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1000" y="2821496"/>
            <a:ext cx="88900" cy="3175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2300" y="2821496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1">
                <a:solidFill>
                  <a:srgbClr val="0C1024"/>
                </a:solidFill>
                <a:latin typeface="Poppins"/>
              </a:rPr>
              <a:t>Campaign concept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1000" y="3215196"/>
            <a:ext cx="3937000" cy="317500"/>
          </a:xfrm>
          <a:prstGeom prst="rect">
            <a:avLst/>
          </a:prstGeom>
          <a:solidFill>
            <a:srgbClr val="FFFFFF"/>
          </a:solidFill>
          <a:ln w="381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1000" y="3215196"/>
            <a:ext cx="88900" cy="317500"/>
          </a:xfrm>
          <a:prstGeom prst="rect">
            <a:avLst/>
          </a:prstGeom>
          <a:solidFill>
            <a:srgbClr val="2B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2300" y="3215196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1">
                <a:solidFill>
                  <a:srgbClr val="0C1024"/>
                </a:solidFill>
                <a:latin typeface="Poppins"/>
              </a:rPr>
              <a:t>Promotional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1000" y="3608895"/>
            <a:ext cx="3937000" cy="317500"/>
          </a:xfrm>
          <a:prstGeom prst="rect">
            <a:avLst/>
          </a:prstGeom>
          <a:solidFill>
            <a:srgbClr val="FFFFFF"/>
          </a:solidFill>
          <a:ln w="381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1000" y="3608895"/>
            <a:ext cx="88900" cy="317500"/>
          </a:xfrm>
          <a:prstGeom prst="rect">
            <a:avLst/>
          </a:prstGeom>
          <a:solidFill>
            <a:srgbClr val="FFE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2300" y="3608895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1">
                <a:solidFill>
                  <a:srgbClr val="0C1024"/>
                </a:solidFill>
                <a:latin typeface="Poppins"/>
              </a:rPr>
              <a:t>Social media communication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1000" y="4002595"/>
            <a:ext cx="3937000" cy="317500"/>
          </a:xfrm>
          <a:prstGeom prst="rect">
            <a:avLst/>
          </a:prstGeom>
          <a:solidFill>
            <a:srgbClr val="FFFFFF"/>
          </a:solidFill>
          <a:ln w="381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1000" y="4002595"/>
            <a:ext cx="88900" cy="317500"/>
          </a:xfrm>
          <a:prstGeom prst="rect">
            <a:avLst/>
          </a:prstGeom>
          <a:solidFill>
            <a:srgbClr val="35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2300" y="4002595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1">
                <a:solidFill>
                  <a:srgbClr val="0C1024"/>
                </a:solidFill>
                <a:latin typeface="Poppins"/>
              </a:rPr>
              <a:t>Partnership communication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1000" y="4396296"/>
            <a:ext cx="3937000" cy="317500"/>
          </a:xfrm>
          <a:prstGeom prst="rect">
            <a:avLst/>
          </a:prstGeom>
          <a:solidFill>
            <a:srgbClr val="FFFFFF"/>
          </a:solidFill>
          <a:ln w="381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1000" y="4396296"/>
            <a:ext cx="88900" cy="3175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2300" y="4396296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1">
                <a:solidFill>
                  <a:srgbClr val="0C1024"/>
                </a:solidFill>
                <a:latin typeface="Poppins"/>
              </a:rPr>
              <a:t>Event coordination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91000" y="4789996"/>
            <a:ext cx="3937000" cy="317500"/>
          </a:xfrm>
          <a:prstGeom prst="rect">
            <a:avLst/>
          </a:prstGeom>
          <a:solidFill>
            <a:srgbClr val="FFFFFF"/>
          </a:solidFill>
          <a:ln w="381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91000" y="4789996"/>
            <a:ext cx="88900" cy="317500"/>
          </a:xfrm>
          <a:prstGeom prst="rect">
            <a:avLst/>
          </a:prstGeom>
          <a:solidFill>
            <a:srgbClr val="2B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2300" y="4789996"/>
            <a:ext cx="3556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1">
                <a:solidFill>
                  <a:srgbClr val="0C1024"/>
                </a:solidFill>
                <a:latin typeface="Poppins"/>
              </a:rPr>
              <a:t>Event-day support</a:t>
            </a:r>
          </a:p>
        </p:txBody>
      </p:sp>
      <p:pic>
        <p:nvPicPr>
          <p:cNvPr id="30" name="Picture 29" descr="21d0312a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3700" y="2326196"/>
            <a:ext cx="4038600" cy="27686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 rot="240000">
            <a:off x="8509000" y="2821496"/>
            <a:ext cx="3048000" cy="1778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social announcement</a:t>
            </a:r>
          </a:p>
        </p:txBody>
      </p:sp>
      <p:pic>
        <p:nvPicPr>
          <p:cNvPr id="32" name="Picture 31" descr="3a34bc5c0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3700" y="4256596"/>
            <a:ext cx="4038600" cy="2387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 rot="21480000">
            <a:off x="8509000" y="4751896"/>
            <a:ext cx="3048000" cy="1397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event documentation</a:t>
            </a:r>
          </a:p>
        </p:txBody>
      </p:sp>
      <p:pic>
        <p:nvPicPr>
          <p:cNvPr id="34" name="Picture 33" descr="2a5a81b7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800100"/>
            <a:ext cx="1193800" cy="1193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112000" y="65151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Poppins"/>
              </a:rPr>
              <a:t>ZAHRA LEVINA · CONTENT PRODUCTION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b3a1e9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9b80359f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38100"/>
            <a:ext cx="7391400" cy="1739900"/>
          </a:xfrm>
          <a:prstGeom prst="rect">
            <a:avLst/>
          </a:prstGeom>
        </p:spPr>
      </p:pic>
      <p:pic>
        <p:nvPicPr>
          <p:cNvPr id="5" name="Picture 4" descr="1903131a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30200"/>
            <a:ext cx="5692775" cy="76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" y="1115060"/>
            <a:ext cx="1122056" cy="330200"/>
          </a:xfrm>
          <a:prstGeom prst="roundRect">
            <a:avLst>
              <a:gd name="adj" fmla="val 12000"/>
            </a:avLst>
          </a:prstGeom>
          <a:solidFill>
            <a:srgbClr val="E835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PREPARE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0556" y="1115060"/>
            <a:ext cx="1019494" cy="330200"/>
          </a:xfrm>
          <a:prstGeom prst="roundRect">
            <a:avLst>
              <a:gd name="adj" fmla="val 12000"/>
            </a:avLst>
          </a:prstGeom>
          <a:solidFill>
            <a:srgbClr val="2B4FD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8950" y="1115060"/>
            <a:ext cx="696925" cy="330200"/>
          </a:xfrm>
          <a:prstGeom prst="roundRect">
            <a:avLst>
              <a:gd name="adj" fmla="val 12000"/>
            </a:avLst>
          </a:prstGeom>
          <a:solidFill>
            <a:srgbClr val="0C102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Poppins"/>
              </a:rPr>
              <a:t>EDIT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4776" y="1115060"/>
            <a:ext cx="931060" cy="330200"/>
          </a:xfrm>
          <a:prstGeom prst="roundRect">
            <a:avLst>
              <a:gd name="adj" fmla="val 12000"/>
            </a:avLst>
          </a:prstGeom>
          <a:solidFill>
            <a:srgbClr val="35C5F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0C1024"/>
                </a:solidFill>
                <a:latin typeface="Poppins"/>
              </a:rPr>
              <a:t>REFINE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34736" y="1115060"/>
            <a:ext cx="1114183" cy="330200"/>
          </a:xfrm>
          <a:prstGeom prst="roundRect">
            <a:avLst>
              <a:gd name="adj" fmla="val 12000"/>
            </a:avLst>
          </a:prstGeom>
          <a:solidFill>
            <a:srgbClr val="FFE40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0C1024"/>
                </a:solidFill>
                <a:latin typeface="Poppins"/>
              </a:rPr>
              <a:t>FINALIZE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623060"/>
            <a:ext cx="2654300" cy="1701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6d6a77d3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" y="1229360"/>
            <a:ext cx="3441700" cy="2197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11200" y="1724660"/>
            <a:ext cx="2451100" cy="1206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content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99466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300">
                <a:solidFill>
                  <a:srgbClr val="0C1024"/>
                </a:solidFill>
                <a:latin typeface="Poppins"/>
              </a:rPr>
              <a:t>PREPARE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6300" y="1623060"/>
            <a:ext cx="2654300" cy="1701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6d6a77d3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2600" y="1229360"/>
            <a:ext cx="3441700" cy="21971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517900" y="1724660"/>
            <a:ext cx="2451100" cy="1206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visual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600" y="299466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300">
                <a:solidFill>
                  <a:srgbClr val="0C1024"/>
                </a:solidFill>
                <a:latin typeface="Poppins"/>
              </a:rPr>
              <a:t>CREATE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3000" y="1623060"/>
            <a:ext cx="2654300" cy="1701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6d6a77d3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1229360"/>
            <a:ext cx="3441700" cy="21971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324600" y="1724660"/>
            <a:ext cx="2451100" cy="1206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design versions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7300" y="299466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300">
                <a:solidFill>
                  <a:srgbClr val="0C1024"/>
                </a:solidFill>
                <a:latin typeface="Poppins"/>
              </a:rPr>
              <a:t>REFINE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29700" y="1623060"/>
            <a:ext cx="2654300" cy="1701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6d6a77d3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0" y="1229360"/>
            <a:ext cx="3441700" cy="21971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131300" y="1724660"/>
            <a:ext cx="2451100" cy="1206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photography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99466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300">
                <a:solidFill>
                  <a:srgbClr val="0C1024"/>
                </a:solidFill>
                <a:latin typeface="Poppins"/>
              </a:rPr>
              <a:t>CREATE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3528060"/>
            <a:ext cx="2654300" cy="1701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6d6a77d3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" y="3134360"/>
            <a:ext cx="3441700" cy="21971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711200" y="3629660"/>
            <a:ext cx="2451100" cy="1206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editing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00" y="489966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300">
                <a:solidFill>
                  <a:srgbClr val="0C1024"/>
                </a:solidFill>
                <a:latin typeface="Poppins"/>
              </a:rPr>
              <a:t>EDIT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6300" y="3528060"/>
            <a:ext cx="2654300" cy="1701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2" name="Picture 31" descr="6d6a77d3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2600" y="3134360"/>
            <a:ext cx="3441700" cy="21971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3517900" y="3629660"/>
            <a:ext cx="2451100" cy="1206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final asset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0600" y="489966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300">
                <a:solidFill>
                  <a:srgbClr val="0C1024"/>
                </a:solidFill>
                <a:latin typeface="Poppins"/>
              </a:rPr>
              <a:t>FINALIZE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3000" y="3528060"/>
            <a:ext cx="2654300" cy="1701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Picture 35" descr="6d6a77d3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3134360"/>
            <a:ext cx="3441700" cy="21971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324600" y="3629660"/>
            <a:ext cx="2451100" cy="1206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behind the scenes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7300" y="489966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300">
                <a:solidFill>
                  <a:srgbClr val="0C1024"/>
                </a:solidFill>
                <a:latin typeface="Poppins"/>
              </a:rPr>
              <a:t>PREPARE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29700" y="3528060"/>
            <a:ext cx="2654300" cy="1701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0" name="Picture 39" descr="6d6a77d3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0" y="3134360"/>
            <a:ext cx="3441700" cy="21971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9131300" y="3629660"/>
            <a:ext cx="2451100" cy="12065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event documentation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89966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300">
                <a:solidFill>
                  <a:srgbClr val="0C1024"/>
                </a:solidFill>
                <a:latin typeface="Poppins"/>
              </a:rPr>
              <a:t>CREATE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2000" y="65151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Poppins"/>
              </a:rPr>
              <a:t>ZAHRA LEVINA · CONTENT PRODUCTION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b819732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fe90626a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42900"/>
            <a:ext cx="6051550" cy="7778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1203642"/>
            <a:ext cx="3594100" cy="2413000"/>
          </a:xfrm>
          <a:prstGeom prst="rect">
            <a:avLst/>
          </a:prstGeom>
          <a:solidFill>
            <a:srgbClr val="E8352B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343342"/>
            <a:ext cx="3175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1" i="1" spc="300">
                <a:solidFill>
                  <a:srgbClr val="FFFFFF"/>
                </a:solidFill>
                <a:latin typeface="Poppins"/>
              </a:rPr>
              <a:t>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" y="1800542"/>
            <a:ext cx="3213100" cy="393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7900" y="1800542"/>
            <a:ext cx="2857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0C1024"/>
                </a:solidFill>
                <a:latin typeface="Poppins"/>
              </a:rPr>
              <a:t>Canva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" y="2283142"/>
            <a:ext cx="3213100" cy="393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7900" y="2283142"/>
            <a:ext cx="2857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0C1024"/>
                </a:solidFill>
                <a:latin typeface="Poppins"/>
              </a:rPr>
              <a:t>Adobe Illustrator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2765742"/>
            <a:ext cx="3213100" cy="393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7900" y="2765742"/>
            <a:ext cx="2857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0C1024"/>
                </a:solidFill>
                <a:latin typeface="Poppins"/>
              </a:rPr>
              <a:t>Adobe Photoshop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6100" y="1203642"/>
            <a:ext cx="3594100" cy="2413000"/>
          </a:xfrm>
          <a:prstGeom prst="rect">
            <a:avLst/>
          </a:prstGeom>
          <a:solidFill>
            <a:srgbClr val="2B4FD8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1343342"/>
            <a:ext cx="3175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1" i="1" spc="300">
                <a:solidFill>
                  <a:srgbClr val="FFFFFF"/>
                </a:solidFill>
                <a:latin typeface="Poppins"/>
              </a:rPr>
              <a:t>VIDEO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6600" y="1800542"/>
            <a:ext cx="3213100" cy="393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4400" y="1800542"/>
            <a:ext cx="2857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0C1024"/>
                </a:solidFill>
                <a:latin typeface="Poppins"/>
              </a:rPr>
              <a:t>CapCut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2600" y="1203642"/>
            <a:ext cx="3594100" cy="2413000"/>
          </a:xfrm>
          <a:prstGeom prst="rect">
            <a:avLst/>
          </a:prstGeom>
          <a:solidFill>
            <a:srgbClr val="0C1024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100" y="1343342"/>
            <a:ext cx="3175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1" i="1" spc="300">
                <a:solidFill>
                  <a:srgbClr val="FFFFFF"/>
                </a:solidFill>
                <a:latin typeface="Poppins"/>
              </a:rPr>
              <a:t>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3100" y="1800542"/>
            <a:ext cx="3213100" cy="393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0900" y="1800542"/>
            <a:ext cx="2857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0C1024"/>
                </a:solidFill>
                <a:latin typeface="Poppins"/>
              </a:rPr>
              <a:t>Google Workspace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93100" y="2283142"/>
            <a:ext cx="3213100" cy="393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0900" y="2283142"/>
            <a:ext cx="2857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0C1024"/>
                </a:solidFill>
                <a:latin typeface="Poppins"/>
              </a:rPr>
              <a:t>Microsoft Office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870642"/>
            <a:ext cx="7366000" cy="952500"/>
          </a:xfrm>
          <a:prstGeom prst="rect">
            <a:avLst/>
          </a:prstGeom>
          <a:solidFill>
            <a:srgbClr val="0C1024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200" y="3870642"/>
            <a:ext cx="6921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Poppins"/>
              </a:rPr>
              <a:t>I'm comfortable learning new digital tools and adapting my workflow depending on the content, platform, and project.</a:t>
            </a:r>
          </a:p>
        </p:txBody>
      </p:sp>
      <p:pic>
        <p:nvPicPr>
          <p:cNvPr id="25" name="Picture 24" descr="11ba45f08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700" y="3248342"/>
            <a:ext cx="4292600" cy="28956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 rot="180000">
            <a:off x="8255000" y="3743642"/>
            <a:ext cx="3302000" cy="1905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photo</a:t>
            </a:r>
          </a:p>
        </p:txBody>
      </p:sp>
      <p:pic>
        <p:nvPicPr>
          <p:cNvPr id="27" name="Picture 26" descr="f156e7f4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4750" y="1235392"/>
            <a:ext cx="952500" cy="952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12000" y="65151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Poppins"/>
              </a:rPr>
              <a:t>ZAHRA LEVINA · CONTENT PRODUCTION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49cbe6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7730632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f49a1886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" y="622300"/>
            <a:ext cx="9042400" cy="2692400"/>
          </a:xfrm>
          <a:prstGeom prst="rect">
            <a:avLst/>
          </a:prstGeom>
        </p:spPr>
      </p:pic>
      <p:pic>
        <p:nvPicPr>
          <p:cNvPr id="5" name="Picture 4" descr="51749fe5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952500"/>
            <a:ext cx="7035800" cy="828675"/>
          </a:xfrm>
          <a:prstGeom prst="rect">
            <a:avLst/>
          </a:prstGeom>
        </p:spPr>
      </p:pic>
      <p:pic>
        <p:nvPicPr>
          <p:cNvPr id="6" name="Picture 5" descr="7c343f3b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1484567"/>
            <a:ext cx="5251450" cy="8286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0400" y="2384933"/>
            <a:ext cx="3302000" cy="393700"/>
          </a:xfrm>
          <a:prstGeom prst="rect">
            <a:avLst/>
          </a:prstGeom>
          <a:solidFill>
            <a:srgbClr val="0C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400" y="2384933"/>
            <a:ext cx="3302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800" b="1" i="0" spc="600">
                <a:solidFill>
                  <a:srgbClr val="FFFFFF"/>
                </a:solidFill>
                <a:latin typeface="Poppins"/>
              </a:rPr>
              <a:t>ZAHRA LEVINA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2918333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Poppins"/>
              </a:rPr>
              <a:t>Content Production  ·  Creative · Social Media · Visual Communication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400" y="3362833"/>
            <a:ext cx="5715000" cy="5207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400" y="3362833"/>
            <a:ext cx="114300" cy="520700"/>
          </a:xfrm>
          <a:prstGeom prst="rect">
            <a:avLst/>
          </a:prstGeom>
          <a:solidFill>
            <a:srgbClr val="E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" y="3362833"/>
            <a:ext cx="1905000" cy="5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i="1" spc="300">
                <a:solidFill>
                  <a:srgbClr val="0C1024"/>
                </a:solidFill>
                <a:latin typeface="Poppins"/>
              </a:rPr>
              <a:t>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4000" y="3362833"/>
            <a:ext cx="3302000" cy="5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+62 8xx-xxxx-xxxx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0400" y="3997833"/>
            <a:ext cx="5715000" cy="520700"/>
          </a:xfrm>
          <a:prstGeom prst="rect">
            <a:avLst/>
          </a:prstGeom>
          <a:solidFill>
            <a:srgbClr val="0C1024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0400" y="3997833"/>
            <a:ext cx="114300" cy="520700"/>
          </a:xfrm>
          <a:prstGeom prst="rect">
            <a:avLst/>
          </a:prstGeom>
          <a:solidFill>
            <a:srgbClr val="FFE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600" y="3997833"/>
            <a:ext cx="1905000" cy="5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i="1" spc="300">
                <a:solidFill>
                  <a:srgbClr val="FFE400"/>
                </a:solidFill>
                <a:latin typeface="Poppins"/>
              </a:rP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4000" y="3997833"/>
            <a:ext cx="3302000" cy="5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FFFFFF"/>
                </a:solidFill>
                <a:latin typeface="Poppins"/>
              </a:rPr>
              <a:t>hello@email.com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400" y="4632833"/>
            <a:ext cx="5715000" cy="520700"/>
          </a:xfrm>
          <a:prstGeom prst="rect">
            <a:avLst/>
          </a:prstGeom>
          <a:solidFill>
            <a:srgbClr val="FFFFFF"/>
          </a:solidFill>
          <a:ln w="50800">
            <a:solidFill>
              <a:srgbClr val="0C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400" y="4632833"/>
            <a:ext cx="114300" cy="520700"/>
          </a:xfrm>
          <a:prstGeom prst="rect">
            <a:avLst/>
          </a:prstGeom>
          <a:solidFill>
            <a:srgbClr val="35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600" y="4632833"/>
            <a:ext cx="1905000" cy="5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i="1" spc="300">
                <a:solidFill>
                  <a:srgbClr val="0C1024"/>
                </a:solidFill>
                <a:latin typeface="Poppins"/>
              </a:rPr>
              <a:t>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4000" y="4632833"/>
            <a:ext cx="3302000" cy="5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1">
                <a:solidFill>
                  <a:srgbClr val="0C1024"/>
                </a:solidFill>
                <a:latin typeface="Poppins"/>
              </a:rPr>
              <a:t>linkedin.com/in/username</a:t>
            </a:r>
          </a:p>
        </p:txBody>
      </p:sp>
      <p:pic>
        <p:nvPicPr>
          <p:cNvPr id="22" name="Picture 21" descr="858b2116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6700" y="1028700"/>
            <a:ext cx="4673600" cy="4927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 rot="180000">
            <a:off x="7112000" y="1524000"/>
            <a:ext cx="3683000" cy="3937000"/>
          </a:xfrm>
          <a:prstGeom prst="rect">
            <a:avLst/>
          </a:prstGeom>
          <a:solidFill>
            <a:srgbClr val="D9DEE8"/>
          </a:solidFill>
          <a:ln w="889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6B7488"/>
                </a:solidFill>
                <a:latin typeface="Poppins"/>
              </a:rPr>
              <a:t>drop photo</a:t>
            </a:r>
          </a:p>
        </p:txBody>
      </p:sp>
      <p:pic>
        <p:nvPicPr>
          <p:cNvPr id="24" name="Picture 23" descr="acc04f93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5600" y="4800600"/>
            <a:ext cx="1574800" cy="1574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64200" y="5372100"/>
            <a:ext cx="11176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0C1024"/>
                </a:solidFill>
                <a:latin typeface="Poppins"/>
              </a:rPr>
              <a:t>THX 4
LOOKN</a:t>
            </a:r>
          </a:p>
        </p:txBody>
      </p:sp>
      <p:pic>
        <p:nvPicPr>
          <p:cNvPr id="26" name="Picture 25" descr="7e209318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9500" y="698500"/>
            <a:ext cx="1016000" cy="10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12000" y="65151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000" b="1" i="0" spc="300">
                <a:solidFill>
                  <a:srgbClr val="FFFFFF"/>
                </a:solidFill>
                <a:latin typeface="Poppins"/>
              </a:rPr>
              <a:t>ZAHRA LEVINA · CONTENT PRODUCTION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