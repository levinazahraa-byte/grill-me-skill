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73100"/>
            <a:ext cx="6223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704850"/>
            <a:ext cx="6146800" cy="1422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73100"/>
            <a:ext cx="6223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825500"/>
            <a:ext cx="6223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98500"/>
            <a:ext cx="6146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73100"/>
            <a:ext cx="5969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welcome.app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1155700"/>
            <a:ext cx="10795000" cy="346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 spc="400">
                <a:solidFill>
                  <a:srgbClr val="2C7FC9"/>
                </a:solidFill>
                <a:latin typeface="Poppins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700" y="1566069"/>
            <a:ext cx="10795000" cy="15517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200" b="1" i="0">
                <a:solidFill>
                  <a:srgbClr val="0E3B6B"/>
                </a:solidFill>
                <a:latin typeface="Nunito"/>
              </a:rPr>
              <a:t>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700" y="3117850"/>
            <a:ext cx="5588000" cy="15517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200" b="1" i="0">
                <a:solidFill>
                  <a:srgbClr val="2C7FC9"/>
                </a:solidFill>
                <a:latin typeface="Nunito"/>
              </a:rP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700" y="4669631"/>
            <a:ext cx="10795000" cy="1104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0E3B6B"/>
                </a:solidFill>
                <a:latin typeface="Nunito"/>
              </a:rPr>
              <a:t>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400" y="5901134"/>
            <a:ext cx="4445000" cy="434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content production · social media · visual storytelling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85000" y="673100"/>
            <a:ext cx="4699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23100" y="704850"/>
            <a:ext cx="4622800" cy="1422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85000" y="673100"/>
            <a:ext cx="4699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85000" y="825500"/>
            <a:ext cx="4699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23100" y="698500"/>
            <a:ext cx="4622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2000" y="673100"/>
            <a:ext cx="4445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portrait.jpg</a:t>
            </a:r>
          </a:p>
        </p:txBody>
      </p:sp>
      <p:sp>
        <p:nvSpPr>
          <p:cNvPr id="30" name="Round Same Side Corner Rectangle 29"/>
          <p:cNvSpPr/>
          <p:nvPr/>
        </p:nvSpPr>
        <p:spPr>
          <a:xfrm>
            <a:off x="7175500" y="1130300"/>
            <a:ext cx="4318000" cy="29083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drop portrait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000" y="4394200"/>
            <a:ext cx="3810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6100" y="4425950"/>
            <a:ext cx="3733800" cy="635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8000" y="4394200"/>
            <a:ext cx="3810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8000" y="4546600"/>
            <a:ext cx="3810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6100" y="4419600"/>
            <a:ext cx="373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000" y="43942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4838700"/>
            <a:ext cx="10795000" cy="757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E3B6B"/>
                </a:solidFill>
                <a:latin typeface="Nunito"/>
              </a:rPr>
              <a:t>Zahra Levina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600" y="5270500"/>
            <a:ext cx="3302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Content Production · Creative · Social Media · Visual Communication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4394200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610100" y="4425950"/>
            <a:ext cx="7035800" cy="635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0" y="4394200"/>
            <a:ext cx="7112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4546600"/>
            <a:ext cx="7112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10100" y="4419600"/>
            <a:ext cx="7035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9000" y="4394200"/>
            <a:ext cx="685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contact.app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4864100"/>
            <a:ext cx="2070100" cy="7239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4978400"/>
            <a:ext cx="20701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WhatsApp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5232400"/>
            <a:ext cx="20701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+62 8xx-xxxx-xxxx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61200" y="4864100"/>
            <a:ext cx="2070100" cy="7239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61200" y="4978400"/>
            <a:ext cx="20701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Email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1200" y="5232400"/>
            <a:ext cx="20701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hello@email.com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1800" y="4864100"/>
            <a:ext cx="2070100" cy="723900"/>
          </a:xfrm>
          <a:prstGeom prst="roundRect">
            <a:avLst>
              <a:gd name="adj" fmla="val 16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1800" y="4978400"/>
            <a:ext cx="20701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00" b="1" i="0">
                <a:solidFill>
                  <a:srgbClr val="2C7FC9"/>
                </a:solidFill>
                <a:latin typeface="Poppins"/>
              </a:rPr>
              <a:t>LinkedIn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1800" y="5232400"/>
            <a:ext cx="20701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linkedin.com/in/username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73100"/>
            <a:ext cx="7112000" cy="530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704850"/>
            <a:ext cx="7035800" cy="21234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73100"/>
            <a:ext cx="7112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825500"/>
            <a:ext cx="7112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98500"/>
            <a:ext cx="7035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73100"/>
            <a:ext cx="685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about_me.app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1168400"/>
            <a:ext cx="5715000" cy="11592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 i="0">
                <a:solidFill>
                  <a:srgbClr val="0E3B6B"/>
                </a:solidFill>
                <a:latin typeface="Nunito"/>
              </a:rPr>
              <a:t>HI, I'M ZAHRA.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" y="2429272"/>
            <a:ext cx="1206500" cy="6985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400" y="2632472"/>
            <a:ext cx="6477000" cy="2608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I work across content, creative, and communication — from developing visual ideas and social media content to supporting events, campaigns, and brand collaborations.</a:t>
            </a:r>
          </a:p>
          <a:p>
            <a:pPr algn="l">
              <a:lnSpc>
                <a:spcPct val="185000"/>
              </a:lnSpc>
              <a:spcAft>
                <a:spcPts val="200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74000" y="673100"/>
            <a:ext cx="3810000" cy="298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12100" y="704850"/>
            <a:ext cx="3733800" cy="1193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74000" y="673100"/>
            <a:ext cx="3810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74000" y="825500"/>
            <a:ext cx="3810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12100" y="698500"/>
            <a:ext cx="373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6731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me.jpg</a:t>
            </a:r>
          </a:p>
        </p:txBody>
      </p:sp>
      <p:sp>
        <p:nvSpPr>
          <p:cNvPr id="28" name="Round Same Side Corner Rectangle 27"/>
          <p:cNvSpPr/>
          <p:nvPr/>
        </p:nvSpPr>
        <p:spPr>
          <a:xfrm>
            <a:off x="8039100" y="1117600"/>
            <a:ext cx="3479800" cy="23622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drop photo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74000" y="3822700"/>
            <a:ext cx="381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12100" y="3854450"/>
            <a:ext cx="3733800" cy="863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74000" y="3822700"/>
            <a:ext cx="3810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74000" y="3975100"/>
            <a:ext cx="3810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12100" y="3848100"/>
            <a:ext cx="373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822700"/>
            <a:ext cx="355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what i do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1800" y="42545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2545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content + social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1800" y="46482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6482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visual + design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1800" y="50419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50419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events + campaigns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1800" y="5435600"/>
            <a:ext cx="3454400" cy="3175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4356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editing + publishing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19100"/>
            <a:ext cx="6985000" cy="1104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0E3B6B"/>
                </a:solidFill>
                <a:latin typeface="Nunito"/>
              </a:rPr>
              <a:t>FROM IDEA TO 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815703"/>
            <a:ext cx="14859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5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0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IDEA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209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590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209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0900" y="1815703"/>
            <a:ext cx="14859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590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79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54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209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PLAN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338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719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338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1815703"/>
            <a:ext cx="14859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719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08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03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783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38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PREPARE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467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848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467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46700" y="1815703"/>
            <a:ext cx="14859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848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737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04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912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67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PRODUCE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596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9977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9596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59600" y="1815703"/>
            <a:ext cx="14859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9977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041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596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EDIT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725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6106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725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72500" y="1815703"/>
            <a:ext cx="14859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106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995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170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25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CHECK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85400" y="1663303"/>
            <a:ext cx="14859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23500" y="1695053"/>
            <a:ext cx="1409700" cy="508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185400" y="1663303"/>
            <a:ext cx="14859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85400" y="1815703"/>
            <a:ext cx="14859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223500" y="1688703"/>
            <a:ext cx="14097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12400" y="1663303"/>
            <a:ext cx="12319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07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629900" y="2107803"/>
            <a:ext cx="596900" cy="431800"/>
          </a:xfrm>
          <a:prstGeom prst="roundRect">
            <a:avLst>
              <a:gd name="adj" fmla="val 22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85400" y="2628503"/>
            <a:ext cx="1485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1" i="0">
                <a:solidFill>
                  <a:srgbClr val="0E3B6B"/>
                </a:solidFill>
                <a:latin typeface="Nunito"/>
              </a:rPr>
              <a:t>PUBLISH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8000" y="3161903"/>
            <a:ext cx="6858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46100" y="3193653"/>
            <a:ext cx="6781800" cy="635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08000" y="3161903"/>
            <a:ext cx="6858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8000" y="3314303"/>
            <a:ext cx="6858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6100" y="3187303"/>
            <a:ext cx="6781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000" y="3161903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note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3900" y="3606403"/>
            <a:ext cx="6350000" cy="1090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1200"/>
              </a:spcAft>
            </a:pPr>
            <a:r>
              <a:rPr sz="950" b="0" i="0">
                <a:solidFill>
                  <a:srgbClr val="10283F"/>
                </a:solidFill>
                <a:latin typeface="Nunito"/>
              </a:rPr>
              <a:t>Good content is not only about the final visual.</a:t>
            </a:r>
          </a:p>
          <a:p>
            <a:pPr algn="l">
              <a:lnSpc>
                <a:spcPct val="170000"/>
              </a:lnSpc>
              <a:spcAft>
                <a:spcPts val="1200"/>
              </a:spcAft>
            </a:pPr>
            <a:r>
              <a:rPr sz="950" b="0" i="0">
                <a:solidFill>
                  <a:srgbClr val="10283F"/>
                </a:solidFill>
                <a:latin typeface="Nunito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620000" y="3161903"/>
            <a:ext cx="40640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658100" y="3193653"/>
            <a:ext cx="3987800" cy="6350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620000" y="3161903"/>
            <a:ext cx="4064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20000" y="3314303"/>
            <a:ext cx="4064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7658100" y="3187303"/>
            <a:ext cx="3987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47000" y="3161903"/>
            <a:ext cx="381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camera roll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72400" y="3593703"/>
            <a:ext cx="1778000" cy="9525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content prep</a:t>
            </a:r>
          </a:p>
        </p:txBody>
      </p:sp>
      <p:sp>
        <p:nvSpPr>
          <p:cNvPr id="84" name="Oval 83"/>
          <p:cNvSpPr/>
          <p:nvPr/>
        </p:nvSpPr>
        <p:spPr>
          <a:xfrm>
            <a:off x="9715500" y="3593703"/>
            <a:ext cx="952500" cy="9525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85" name="Snip Diagonal Corner Rectangle 84"/>
          <p:cNvSpPr/>
          <p:nvPr/>
        </p:nvSpPr>
        <p:spPr>
          <a:xfrm rot="300000">
            <a:off x="10795000" y="3657203"/>
            <a:ext cx="762000" cy="8255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191000" y="6261100"/>
            <a:ext cx="3810000" cy="43180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04800" dist="101600" dir="5400000" rotWithShape="0">
              <a:srgbClr val="15507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356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9657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5753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1849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945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404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06400"/>
            <a:ext cx="7620000" cy="9036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600" b="1" i="0">
                <a:solidFill>
                  <a:srgbClr val="0E3B6B"/>
                </a:solidFill>
                <a:latin typeface="Nunito"/>
              </a:rPr>
              <a:t>CONTENT, IN DIFFERENT FORMS.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602184"/>
            <a:ext cx="2730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social</a:t>
            </a:r>
          </a:p>
        </p:txBody>
      </p:sp>
      <p:sp>
        <p:nvSpPr>
          <p:cNvPr id="20" name="Oval 19"/>
          <p:cNvSpPr/>
          <p:nvPr/>
        </p:nvSpPr>
        <p:spPr>
          <a:xfrm>
            <a:off x="762000" y="1894284"/>
            <a:ext cx="2222500" cy="12065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Instagram content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Stories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Promotional posts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3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Campaign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67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29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1602184"/>
            <a:ext cx="2730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67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6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visual</a:t>
            </a:r>
          </a:p>
        </p:txBody>
      </p:sp>
      <p:sp>
        <p:nvSpPr>
          <p:cNvPr id="35" name="Hexagon 34"/>
          <p:cNvSpPr/>
          <p:nvPr/>
        </p:nvSpPr>
        <p:spPr>
          <a:xfrm>
            <a:off x="3683000" y="1894284"/>
            <a:ext cx="2222500" cy="1206500"/>
          </a:xfrm>
          <a:prstGeom prst="hex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06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4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Graphic design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6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4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Layout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6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4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Visual direction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06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4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Brand materials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0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88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50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0000" y="1602184"/>
            <a:ext cx="2730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88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7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production</a:t>
            </a:r>
          </a:p>
        </p:txBody>
      </p:sp>
      <p:sp>
        <p:nvSpPr>
          <p:cNvPr id="50" name="Round Same Side Corner Rectangle 49"/>
          <p:cNvSpPr/>
          <p:nvPr/>
        </p:nvSpPr>
        <p:spPr>
          <a:xfrm>
            <a:off x="6604000" y="1894284"/>
            <a:ext cx="2222500" cy="12065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7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05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Event documentation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27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5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Content preparation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27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05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Creative coordination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27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05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Production support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71000" y="1449784"/>
            <a:ext cx="27305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09100" y="1481534"/>
            <a:ext cx="2654300" cy="1676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271000" y="1449784"/>
            <a:ext cx="27305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71000" y="1602184"/>
            <a:ext cx="27305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309100" y="1475184"/>
            <a:ext cx="2654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98000" y="1449784"/>
            <a:ext cx="247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editing</a:t>
            </a:r>
          </a:p>
        </p:txBody>
      </p:sp>
      <p:sp>
        <p:nvSpPr>
          <p:cNvPr id="65" name="Snip Diagonal Corner Rectangle 64"/>
          <p:cNvSpPr/>
          <p:nvPr/>
        </p:nvSpPr>
        <p:spPr>
          <a:xfrm>
            <a:off x="9525000" y="1894284"/>
            <a:ext cx="2222500" cy="12065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448800" y="32531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26600" y="32531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Photo editing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48800" y="37738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26600" y="37738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Video editing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48800" y="42945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26600" y="42945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Short-form content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48800" y="4815284"/>
            <a:ext cx="2374900" cy="4191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26600" y="4815284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Final asset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09600"/>
            <a:ext cx="4572000" cy="537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641350"/>
            <a:ext cx="4495800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09600"/>
            <a:ext cx="4572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762000"/>
            <a:ext cx="4572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35000"/>
            <a:ext cx="4495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09600"/>
            <a:ext cx="4318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sawala_space.jpg</a:t>
            </a:r>
          </a:p>
        </p:txBody>
      </p:sp>
      <p:sp>
        <p:nvSpPr>
          <p:cNvPr id="19" name="Round Same Side Corner Rectangle 18"/>
          <p:cNvSpPr/>
          <p:nvPr/>
        </p:nvSpPr>
        <p:spPr>
          <a:xfrm>
            <a:off x="685800" y="1054100"/>
            <a:ext cx="4216400" cy="30480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16400"/>
            <a:ext cx="1905000" cy="1143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promo content</a:t>
            </a:r>
          </a:p>
        </p:txBody>
      </p:sp>
      <p:sp>
        <p:nvSpPr>
          <p:cNvPr id="21" name="Oval 20"/>
          <p:cNvSpPr/>
          <p:nvPr/>
        </p:nvSpPr>
        <p:spPr>
          <a:xfrm>
            <a:off x="2730500" y="4216400"/>
            <a:ext cx="1143000" cy="11430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social post</a:t>
            </a:r>
          </a:p>
        </p:txBody>
      </p:sp>
      <p:sp>
        <p:nvSpPr>
          <p:cNvPr id="22" name="Snip Diagonal Corner Rectangle 21"/>
          <p:cNvSpPr/>
          <p:nvPr/>
        </p:nvSpPr>
        <p:spPr>
          <a:xfrm rot="240000">
            <a:off x="4000500" y="4279900"/>
            <a:ext cx="889000" cy="10160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campaign material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0" y="609600"/>
            <a:ext cx="6350000" cy="330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72100" y="641350"/>
            <a:ext cx="6273800" cy="1320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34000" y="609600"/>
            <a:ext cx="6350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34000" y="762000"/>
            <a:ext cx="6350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72100" y="635000"/>
            <a:ext cx="627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1000" y="609600"/>
            <a:ext cx="609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project.app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0" y="1079500"/>
            <a:ext cx="5588000" cy="104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0E3B6B"/>
                </a:solidFill>
                <a:latin typeface="Nunito"/>
              </a:rPr>
              <a:t>SAWALA 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0700" y="2192734"/>
            <a:ext cx="10795000" cy="346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C7FC9"/>
                </a:solidFill>
                <a:latin typeface="Nunito"/>
              </a:rPr>
              <a:t>WELLNESS COMMUNITY &amp; EVENT PROJECT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700" y="2628503"/>
            <a:ext cx="952500" cy="635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8000" y="2819003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250" b="0" i="0">
                <a:solidFill>
                  <a:srgbClr val="10283F"/>
                </a:solidFill>
                <a:latin typeface="Nunito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4000" y="4102100"/>
            <a:ext cx="6350000" cy="1879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372100" y="4133850"/>
            <a:ext cx="6273800" cy="751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34000" y="4102100"/>
            <a:ext cx="6350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34000" y="4254500"/>
            <a:ext cx="6350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72100" y="4127500"/>
            <a:ext cx="627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1000" y="4102100"/>
            <a:ext cx="609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my role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37200" y="4584700"/>
            <a:ext cx="1169617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CONCEPT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95717" y="4584700"/>
            <a:ext cx="1178352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CONTENT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2969" y="4584700"/>
            <a:ext cx="974414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SOCIAL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37200" y="5105400"/>
            <a:ext cx="1292993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CAMPAIGN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19093" y="5105400"/>
            <a:ext cx="886627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EVENT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94620" y="5105400"/>
            <a:ext cx="1611895" cy="3556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Nunito"/>
              </a:rPr>
              <a:t>PARTNERSHIP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37200" y="5626100"/>
            <a:ext cx="5842000" cy="4826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"/>
            <a:ext cx="9525000" cy="721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0E3B6B"/>
                </a:solidFill>
                <a:latin typeface="Nunito"/>
              </a:rPr>
              <a:t>MAKING CONTENT THAT HAS SOMEWHERE TO 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2418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2735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2418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394222"/>
            <a:ext cx="3619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2672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2418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event promotion</a:t>
            </a:r>
          </a:p>
        </p:txBody>
      </p:sp>
      <p:sp>
        <p:nvSpPr>
          <p:cNvPr id="20" name="Round Same Side Corner Rectangle 19"/>
          <p:cNvSpPr/>
          <p:nvPr/>
        </p:nvSpPr>
        <p:spPr>
          <a:xfrm>
            <a:off x="673100" y="1673622"/>
            <a:ext cx="1587500" cy="15240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3000" y="1737122"/>
            <a:ext cx="1524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concept · design · copy · social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3000" y="28166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8000" y="12418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56100" y="12735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8000" y="12418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8000" y="1394222"/>
            <a:ext cx="3619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56100" y="12672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5000" y="12418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campaign content</a:t>
            </a:r>
          </a:p>
        </p:txBody>
      </p:sp>
      <p:sp>
        <p:nvSpPr>
          <p:cNvPr id="29" name="Oval 28"/>
          <p:cNvSpPr/>
          <p:nvPr/>
        </p:nvSpPr>
        <p:spPr>
          <a:xfrm>
            <a:off x="4483100" y="1673622"/>
            <a:ext cx="1587500" cy="15240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000" y="1737122"/>
            <a:ext cx="1524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visual direction · promotional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3000" y="28166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0" y="12418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66100" y="12735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28000" y="12418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0" y="1394222"/>
            <a:ext cx="3619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66100" y="12672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5000" y="12418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social content</a:t>
            </a:r>
          </a:p>
        </p:txBody>
      </p:sp>
      <p:sp>
        <p:nvSpPr>
          <p:cNvPr id="38" name="Snip Diagonal Corner Rectangle 37"/>
          <p:cNvSpPr/>
          <p:nvPr/>
        </p:nvSpPr>
        <p:spPr>
          <a:xfrm>
            <a:off x="8293100" y="1673622"/>
            <a:ext cx="1587500" cy="15240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0" y="1737122"/>
            <a:ext cx="1524000" cy="1099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design · copywriting · publishing preparation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3000" y="28166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8000" y="37310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6100" y="37627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8000" y="37310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8000" y="3883422"/>
            <a:ext cx="3619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6100" y="37564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000" y="37310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event documentation</a:t>
            </a:r>
          </a:p>
        </p:txBody>
      </p:sp>
      <p:sp>
        <p:nvSpPr>
          <p:cNvPr id="47" name="Hexagon 46"/>
          <p:cNvSpPr/>
          <p:nvPr/>
        </p:nvSpPr>
        <p:spPr>
          <a:xfrm>
            <a:off x="673100" y="4162822"/>
            <a:ext cx="1587500" cy="1524000"/>
          </a:xfrm>
          <a:prstGeom prst="hex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3000" y="4226322"/>
            <a:ext cx="1524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photography · documentation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13000" y="53058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8000" y="37310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56100" y="37627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18000" y="37310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18000" y="3883422"/>
            <a:ext cx="3619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56100" y="37564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45000" y="37310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organisational comms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3100" y="4162822"/>
            <a:ext cx="1587500" cy="15240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3000" y="4226322"/>
            <a:ext cx="15240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visual materials · social media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23000" y="53058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28000" y="3731022"/>
            <a:ext cx="36195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166100" y="3762772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28000" y="3731022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28000" y="3883422"/>
            <a:ext cx="3619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166100" y="3756422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5000" y="3731022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event visuals</a:t>
            </a:r>
          </a:p>
        </p:txBody>
      </p:sp>
      <p:sp>
        <p:nvSpPr>
          <p:cNvPr id="65" name="Octagon 64"/>
          <p:cNvSpPr/>
          <p:nvPr/>
        </p:nvSpPr>
        <p:spPr>
          <a:xfrm>
            <a:off x="8293100" y="4162822"/>
            <a:ext cx="1587500" cy="1524000"/>
          </a:xfrm>
          <a:prstGeom prst="oct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33000" y="4226322"/>
            <a:ext cx="1524000" cy="1099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46688A"/>
                </a:solidFill>
                <a:latin typeface="Nunito"/>
              </a:rPr>
              <a:t>promotional materials · coordination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33000" y="5305822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 i="0">
                <a:solidFill>
                  <a:srgbClr val="9DBDD6"/>
                </a:solidFill>
                <a:latin typeface="Poppi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" y="609600"/>
            <a:ext cx="3937000" cy="537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6100" y="641350"/>
            <a:ext cx="3860800" cy="2148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8000" y="609600"/>
            <a:ext cx="3937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000" y="762000"/>
            <a:ext cx="3937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6100" y="635000"/>
            <a:ext cx="386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609600"/>
            <a:ext cx="368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poster.jpg</a:t>
            </a:r>
          </a:p>
        </p:txBody>
      </p:sp>
      <p:sp>
        <p:nvSpPr>
          <p:cNvPr id="19" name="Round Same Side Corner Rectangle 18"/>
          <p:cNvSpPr/>
          <p:nvPr/>
        </p:nvSpPr>
        <p:spPr>
          <a:xfrm>
            <a:off x="673100" y="1054100"/>
            <a:ext cx="3606800" cy="47498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poster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9000" y="609600"/>
            <a:ext cx="6985000" cy="266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37100" y="641350"/>
            <a:ext cx="6908800" cy="1066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99000" y="609600"/>
            <a:ext cx="6985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99000" y="762000"/>
            <a:ext cx="6985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37100" y="635000"/>
            <a:ext cx="6908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6000" y="609600"/>
            <a:ext cx="6731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event.app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0" y="1066800"/>
            <a:ext cx="10795000" cy="328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 spc="300">
                <a:solidFill>
                  <a:srgbClr val="2C7FC9"/>
                </a:solidFill>
                <a:latin typeface="Poppins"/>
              </a:rPr>
              <a:t>WELLNESS × SOCIAL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0300" y="1458912"/>
            <a:ext cx="6223000" cy="100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STRETCH FOR STRAY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5700" y="2551906"/>
            <a:ext cx="952500" cy="63500"/>
          </a:xfrm>
          <a:prstGeom prst="roundRect">
            <a:avLst>
              <a:gd name="adj" fmla="val 50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3000" y="2742406"/>
            <a:ext cx="6223000" cy="85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 i="0">
                <a:solidFill>
                  <a:srgbClr val="10283F"/>
                </a:solidFill>
                <a:latin typeface="Nunito"/>
              </a:rPr>
              <a:t>A wellness event combining movement, community, and support for animal welfare.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9000" y="3467100"/>
            <a:ext cx="4191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37100" y="3498850"/>
            <a:ext cx="4114800" cy="1005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99000" y="3467100"/>
            <a:ext cx="4191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99000" y="3619500"/>
            <a:ext cx="4191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37100" y="3492500"/>
            <a:ext cx="4114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6000" y="3467100"/>
            <a:ext cx="3937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my contribution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64100" y="38989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78400" y="39814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07000" y="38989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Campaign concept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4100" y="42291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78400" y="43116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07000" y="42291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Promotional content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64100" y="45593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78400" y="46418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07000" y="45593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Social media communication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64100" y="48895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78400" y="49720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7000" y="48895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Partnership communication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64100" y="52197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978400" y="53022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07000" y="52197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Event coordination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64100" y="5549900"/>
            <a:ext cx="3860800" cy="279400"/>
          </a:xfrm>
          <a:prstGeom prst="roundRect">
            <a:avLst>
              <a:gd name="adj" fmla="val 3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978400" y="5632450"/>
            <a:ext cx="114300" cy="114300"/>
          </a:xfrm>
          <a:prstGeom prst="ellipse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07000" y="5549900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10283F"/>
                </a:solidFill>
                <a:latin typeface="Nunito"/>
              </a:rPr>
              <a:t>Event-day support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3467100"/>
            <a:ext cx="254000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182100" y="3498850"/>
            <a:ext cx="2463800" cy="1005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44000" y="3467100"/>
            <a:ext cx="2540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0" y="3619500"/>
            <a:ext cx="2540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82100" y="3492500"/>
            <a:ext cx="2463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71000" y="346710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docs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96400" y="3898900"/>
            <a:ext cx="2235200" cy="9525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social announcement</a:t>
            </a:r>
          </a:p>
        </p:txBody>
      </p:sp>
      <p:sp>
        <p:nvSpPr>
          <p:cNvPr id="61" name="Snip Diagonal Corner Rectangle 60"/>
          <p:cNvSpPr/>
          <p:nvPr/>
        </p:nvSpPr>
        <p:spPr>
          <a:xfrm>
            <a:off x="9296400" y="4953000"/>
            <a:ext cx="2235200" cy="8255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93700"/>
            <a:ext cx="6985000" cy="100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BEHIND THE FINAL POST.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499394"/>
            <a:ext cx="1093908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0808" y="1499394"/>
            <a:ext cx="994366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4074" y="1499394"/>
            <a:ext cx="683013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EDIT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5988" y="1499394"/>
            <a:ext cx="909707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REFINE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4594" y="1499394"/>
            <a:ext cx="1087438" cy="330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 spc="200">
                <a:solidFill>
                  <a:srgbClr val="0E3B6B"/>
                </a:solidFill>
                <a:latin typeface="Poppins"/>
              </a:rPr>
              <a:t>FINALIZE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0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61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0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000" y="2121694"/>
            <a:ext cx="2667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61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prepare</a:t>
            </a:r>
          </a:p>
        </p:txBody>
      </p:sp>
      <p:sp>
        <p:nvSpPr>
          <p:cNvPr id="25" name="Snip Diagonal Corner Rectangle 24"/>
          <p:cNvSpPr/>
          <p:nvPr/>
        </p:nvSpPr>
        <p:spPr>
          <a:xfrm>
            <a:off x="635000" y="2375694"/>
            <a:ext cx="2413000" cy="10287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content preparation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82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163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3782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8200" y="2121694"/>
            <a:ext cx="2667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163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52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32" name="Oval 31"/>
          <p:cNvSpPr/>
          <p:nvPr/>
        </p:nvSpPr>
        <p:spPr>
          <a:xfrm>
            <a:off x="3505200" y="2375694"/>
            <a:ext cx="2413000" cy="10287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visual draft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84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865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484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8400" y="2121694"/>
            <a:ext cx="26670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865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54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refine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75400" y="2375694"/>
            <a:ext cx="2413000" cy="10287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design versions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18600" y="19692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56700" y="20010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18600" y="19692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18600" y="2121694"/>
            <a:ext cx="26670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56700" y="19946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5600" y="19692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46" name="Hexagon 45"/>
          <p:cNvSpPr/>
          <p:nvPr/>
        </p:nvSpPr>
        <p:spPr>
          <a:xfrm>
            <a:off x="9245600" y="2375694"/>
            <a:ext cx="2413000" cy="1028700"/>
          </a:xfrm>
          <a:prstGeom prst="hex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photography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80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61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80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8000" y="3836194"/>
            <a:ext cx="2667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61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edit</a:t>
            </a:r>
          </a:p>
        </p:txBody>
      </p:sp>
      <p:sp>
        <p:nvSpPr>
          <p:cNvPr id="53" name="Round Same Side Corner Rectangle 52"/>
          <p:cNvSpPr/>
          <p:nvPr/>
        </p:nvSpPr>
        <p:spPr>
          <a:xfrm>
            <a:off x="635000" y="4090194"/>
            <a:ext cx="2413000" cy="1028700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editing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782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163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3782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78200" y="3836194"/>
            <a:ext cx="2667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4163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052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finalize</a:t>
            </a:r>
          </a:p>
        </p:txBody>
      </p:sp>
      <p:sp>
        <p:nvSpPr>
          <p:cNvPr id="60" name="Snip Single Corner Rectangle 59"/>
          <p:cNvSpPr/>
          <p:nvPr/>
        </p:nvSpPr>
        <p:spPr>
          <a:xfrm>
            <a:off x="3505200" y="4090194"/>
            <a:ext cx="2413000" cy="1028700"/>
          </a:xfrm>
          <a:prstGeom prst="snip1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final asset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84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2865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484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48400" y="3836194"/>
            <a:ext cx="26670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865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754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prepare</a:t>
            </a:r>
          </a:p>
        </p:txBody>
      </p:sp>
      <p:sp>
        <p:nvSpPr>
          <p:cNvPr id="67" name="Octagon 66"/>
          <p:cNvSpPr/>
          <p:nvPr/>
        </p:nvSpPr>
        <p:spPr>
          <a:xfrm>
            <a:off x="6375400" y="4090194"/>
            <a:ext cx="2413000" cy="1028700"/>
          </a:xfrm>
          <a:prstGeom prst="octagon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behind the scenes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18600" y="3683794"/>
            <a:ext cx="2667000" cy="156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56700" y="3715544"/>
            <a:ext cx="2590800" cy="62484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118600" y="3683794"/>
            <a:ext cx="2667000" cy="304800"/>
          </a:xfrm>
          <a:prstGeom prst="roundRect">
            <a:avLst>
              <a:gd name="adj" fmla="val 102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18600" y="3836194"/>
            <a:ext cx="2667000" cy="152400"/>
          </a:xfrm>
          <a:prstGeom prst="rect">
            <a:avLst/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56700" y="3709194"/>
            <a:ext cx="2590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45600" y="3683794"/>
            <a:ext cx="2413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create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45600" y="4090194"/>
            <a:ext cx="2413000" cy="10287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event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06400"/>
            <a:ext cx="6985000" cy="104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0E3B6B"/>
                </a:solidFill>
                <a:latin typeface="Nunito"/>
              </a:rPr>
              <a:t>THE TOOLS I WORK WITH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1595834"/>
            <a:ext cx="3619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100" y="1627584"/>
            <a:ext cx="3543300" cy="1117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000" y="1595834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000" y="1748234"/>
            <a:ext cx="36195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6100" y="1621234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1595834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0657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21863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6500" y="20657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Canva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26753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5500" y="27959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6500" y="26753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Adobe Illustrator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849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5500" y="34055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6500" y="32849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Adobe Photoshop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8000" y="1595834"/>
            <a:ext cx="3619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56100" y="1627584"/>
            <a:ext cx="3543300" cy="1117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8000" y="1595834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8000" y="1748234"/>
            <a:ext cx="36195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56100" y="1621234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5000" y="1595834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video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95800" y="20657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35500" y="21863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6500" y="20657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CapCut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8000" y="1595834"/>
            <a:ext cx="36195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66100" y="1627584"/>
            <a:ext cx="3543300" cy="11176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28000" y="1595834"/>
            <a:ext cx="3619500" cy="304800"/>
          </a:xfrm>
          <a:prstGeom prst="roundRect">
            <a:avLst>
              <a:gd name="adj" fmla="val 102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0" y="1748234"/>
            <a:ext cx="3619500" cy="152400"/>
          </a:xfrm>
          <a:prstGeom prst="rect">
            <a:avLst/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66100" y="1621234"/>
            <a:ext cx="35433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5000" y="1595834"/>
            <a:ext cx="3365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workflow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5800" y="20657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5500" y="21863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6500" y="20657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Google Workspace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05800" y="2675334"/>
            <a:ext cx="3263900" cy="495300"/>
          </a:xfrm>
          <a:prstGeom prst="roundRect">
            <a:avLst>
              <a:gd name="adj" fmla="val 20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45500" y="2795984"/>
            <a:ext cx="254000" cy="254000"/>
          </a:xfrm>
          <a:prstGeom prst="roundRect">
            <a:avLst>
              <a:gd name="adj" fmla="val 24000"/>
            </a:avLst>
          </a:prstGeom>
          <a:solidFill>
            <a:srgbClr val="B8E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6500" y="2675334"/>
            <a:ext cx="2667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Microsoft Office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8000" y="4580334"/>
            <a:ext cx="7366000" cy="14013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6100" y="4612084"/>
            <a:ext cx="7289800" cy="560546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8000" y="4580334"/>
            <a:ext cx="7366000" cy="304800"/>
          </a:xfrm>
          <a:prstGeom prst="roundRect">
            <a:avLst>
              <a:gd name="adj" fmla="val 102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8000" y="4732734"/>
            <a:ext cx="7366000" cy="152400"/>
          </a:xfrm>
          <a:prstGeom prst="rect">
            <a:avLst/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6100" y="4605734"/>
            <a:ext cx="7289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000" y="4580334"/>
            <a:ext cx="711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note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1200" y="5012134"/>
            <a:ext cx="6858000" cy="83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10283F"/>
                </a:solidFill>
                <a:latin typeface="Nunito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28000" y="4580334"/>
            <a:ext cx="3556000" cy="14013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166100" y="4612084"/>
            <a:ext cx="3479800" cy="560546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28000" y="4580334"/>
            <a:ext cx="3556000" cy="304800"/>
          </a:xfrm>
          <a:prstGeom prst="roundRect">
            <a:avLst>
              <a:gd name="adj" fmla="val 102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28000" y="4732734"/>
            <a:ext cx="3556000" cy="152400"/>
          </a:xfrm>
          <a:prstGeom prst="rect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66100" y="4605734"/>
            <a:ext cx="3479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55000" y="4580334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0E3B6B"/>
                </a:solidFill>
                <a:latin typeface="Poppins"/>
              </a:rPr>
              <a:t>exports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80400" y="4999434"/>
            <a:ext cx="1524000" cy="69850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64" name="Oval 63"/>
          <p:cNvSpPr/>
          <p:nvPr/>
        </p:nvSpPr>
        <p:spPr>
          <a:xfrm>
            <a:off x="9969500" y="4999434"/>
            <a:ext cx="698500" cy="698500"/>
          </a:xfrm>
          <a:prstGeom prst="ellipse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65" name="Snip Diagonal Corner Rectangle 64"/>
          <p:cNvSpPr/>
          <p:nvPr/>
        </p:nvSpPr>
        <p:spPr>
          <a:xfrm rot="240000">
            <a:off x="10769600" y="5037534"/>
            <a:ext cx="762000" cy="635000"/>
          </a:xfrm>
          <a:prstGeom prst="snip2DiagRect">
            <a:avLst/>
          </a:prstGeom>
          <a:solidFill>
            <a:srgbClr val="EAF6FF"/>
          </a:solidFill>
          <a:ln w="31750">
            <a:solidFill>
              <a:srgbClr val="9FC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>
                <a:solidFill>
                  <a:srgbClr val="5B87A8"/>
                </a:solidFill>
                <a:latin typeface="Nunito"/>
              </a:rPr>
              <a:t>photo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191000" y="6261100"/>
            <a:ext cx="3810000" cy="43180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04800" dist="101600" dir="5400000" rotWithShape="0">
              <a:srgbClr val="15507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56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9657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5753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1849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7945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404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7F062"/>
              </a:gs>
              <a:gs pos="100000">
                <a:srgbClr val="7FD4F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43000" y="3810000"/>
            <a:ext cx="5715000" cy="3937000"/>
          </a:xfrm>
          <a:prstGeom prst="ellipse">
            <a:avLst/>
          </a:prstGeom>
          <a:solidFill>
            <a:srgbClr val="FFFF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9000" y="-1397000"/>
            <a:ext cx="5207000" cy="381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279400"/>
          </a:xfrm>
          <a:prstGeom prst="rect">
            <a:avLst/>
          </a:prstGeom>
          <a:solidFill>
            <a:srgbClr val="0E3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" y="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1" i="0" spc="200">
                <a:solidFill>
                  <a:srgbClr val="D7F062"/>
                </a:solidFill>
                <a:latin typeface="Poppins"/>
              </a:rPr>
              <a:t>zahra levina  ·  content production portfolio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05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569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601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3300" y="88900"/>
            <a:ext cx="101600" cy="95250"/>
          </a:xfrm>
          <a:prstGeom prst="roundRect">
            <a:avLst>
              <a:gd name="adj" fmla="val 30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6000" y="0"/>
            <a:ext cx="85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Poppins"/>
              </a:rPr>
              <a:t>10:30 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13000" y="952500"/>
            <a:ext cx="73660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355600" dist="114300" dir="5400000" rotWithShape="0">
              <a:srgbClr val="15507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51100" y="984250"/>
            <a:ext cx="7289800" cy="1828800"/>
          </a:xfrm>
          <a:prstGeom prst="roundRect">
            <a:avLst>
              <a:gd name="adj" fmla="val 6000"/>
            </a:avLst>
          </a:prstGeom>
          <a:solidFill>
            <a:srgbClr val="FFFFFF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3000" y="952500"/>
            <a:ext cx="7366000" cy="304800"/>
          </a:xfrm>
          <a:prstGeom prst="roundRect">
            <a:avLst>
              <a:gd name="adj" fmla="val 102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13000" y="1104900"/>
            <a:ext cx="7366000" cy="152400"/>
          </a:xfrm>
          <a:prstGeom prst="rect">
            <a:avLst/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51100" y="977900"/>
            <a:ext cx="7289800" cy="1270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0000" y="952500"/>
            <a:ext cx="711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1" i="0" spc="200">
                <a:solidFill>
                  <a:srgbClr val="FFFFFF"/>
                </a:solidFill>
                <a:latin typeface="Poppins"/>
              </a:rPr>
              <a:t>share.app</a:t>
            </a:r>
          </a:p>
        </p:txBody>
      </p:sp>
      <p:sp>
        <p:nvSpPr>
          <p:cNvPr id="19" name="Oval 18"/>
          <p:cNvSpPr/>
          <p:nvPr/>
        </p:nvSpPr>
        <p:spPr>
          <a:xfrm>
            <a:off x="5753100" y="1460500"/>
            <a:ext cx="685800" cy="685800"/>
          </a:xfrm>
          <a:prstGeom prst="ellipse">
            <a:avLst/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3000" y="2298700"/>
            <a:ext cx="7366000" cy="1004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LET'S MAKE SOMETHING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3000" y="3315494"/>
            <a:ext cx="7366000" cy="10040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E3B6B"/>
                </a:solidFill>
                <a:latin typeface="Nunito"/>
              </a:rPr>
              <a:t>WORTH SHARING.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3000" y="4433888"/>
            <a:ext cx="7366000" cy="55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2C7FC9"/>
                </a:solidFill>
                <a:latin typeface="Nunito"/>
              </a:rPr>
              <a:t>Zahra Levina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3000" y="5041503"/>
            <a:ext cx="7366000" cy="319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46688A"/>
                </a:solidFill>
                <a:latin typeface="Nunito"/>
              </a:rPr>
              <a:t>Content Production  ·  Creative · Social Media · Visual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8600" y="5526088"/>
            <a:ext cx="2032000" cy="7366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8600" y="5665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WhatsApp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8600" y="5919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+62 8xx-xxxx-xxxx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91100" y="5526088"/>
            <a:ext cx="2032000" cy="7366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91100" y="5665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1100" y="5919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hello@email.com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13600" y="5526088"/>
            <a:ext cx="2032000" cy="736600"/>
          </a:xfrm>
          <a:prstGeom prst="roundRect">
            <a:avLst>
              <a:gd name="adj" fmla="val 18000"/>
            </a:avLst>
          </a:prstGeom>
          <a:solidFill>
            <a:srgbClr val="E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13600" y="5665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250" b="1" i="0">
                <a:solidFill>
                  <a:srgbClr val="2C7FC9"/>
                </a:solidFill>
                <a:latin typeface="Poppins"/>
              </a:rPr>
              <a:t>LinkedIn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3600" y="5919788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0283F"/>
                </a:solidFill>
                <a:latin typeface="Nunito"/>
              </a:rPr>
              <a:t>linkedin.com/in/username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91000" y="6261100"/>
            <a:ext cx="3810000" cy="431800"/>
          </a:xfrm>
          <a:prstGeom prst="roundRect">
            <a:avLst>
              <a:gd name="adj" fmla="val 30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>
            <a:outerShdw blurRad="304800" dist="101600" dir="5400000" rotWithShape="0">
              <a:srgbClr val="15507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56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D7F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657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7FD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5753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8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849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D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945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F7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4100" y="6330950"/>
            <a:ext cx="292100" cy="292100"/>
          </a:xfrm>
          <a:prstGeom prst="roundRect">
            <a:avLst>
              <a:gd name="adj" fmla="val 28000"/>
            </a:avLst>
          </a:prstGeom>
          <a:solidFill>
            <a:srgbClr val="2C7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