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159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8890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300">
                <a:solidFill>
                  <a:srgbClr val="FFFFFF"/>
                </a:solidFill>
                <a:latin typeface="VT323"/>
              </a:rPr>
              <a:t>NEW DROP ALERT  ·  2026 PORTFOLIO OUT NOW  ·  SCROLL 4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0"/>
            <a:ext cx="2413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VT323"/>
              </a:rPr>
              <a:t>sign in     join now!     [ x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266700"/>
            <a:ext cx="330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300" b="1" i="0">
                <a:solidFill>
                  <a:srgbClr val="FF6FB5"/>
                </a:solidFill>
                <a:latin typeface="Fredoka"/>
              </a:rPr>
              <a:t>zahra.house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305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FFFFFF"/>
                </a:solidFill>
                <a:latin typeface="Poppins"/>
              </a:rPr>
              <a:t>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89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about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73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57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lookbook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41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6500" y="304800"/>
            <a:ext cx="3048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0" y="3048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A796BC"/>
                </a:solidFill>
                <a:latin typeface="Poppins"/>
              </a:rPr>
              <a:t>search the site...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1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1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2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2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2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2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3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32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133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35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36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8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40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41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44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946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048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149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51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52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54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556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759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860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62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064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65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67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68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470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673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75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876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978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80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18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28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8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8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8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8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9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9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99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09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9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9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0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0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0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0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0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1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112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213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416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18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20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21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23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26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128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229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31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32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36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37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40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42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45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47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50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52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753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855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956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058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160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26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36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46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56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66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76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87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97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107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117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27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37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148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158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168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178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88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98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209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114300" y="6515100"/>
            <a:ext cx="838200" cy="279400"/>
          </a:xfrm>
          <a:prstGeom prst="roundRect">
            <a:avLst>
              <a:gd name="adj" fmla="val 30000"/>
            </a:avLst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spc="200">
                <a:solidFill>
                  <a:srgbClr val="4A2E6B"/>
                </a:solidFill>
                <a:latin typeface="Poppins"/>
              </a:rPr>
              <a:t>start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066800" y="6515100"/>
            <a:ext cx="2286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219200" y="65151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portfolio_2026.html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0795000" y="6515100"/>
            <a:ext cx="1270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795000" y="65151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10:30 PM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304800" y="1066800"/>
            <a:ext cx="7493000" cy="444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17500" y="1079500"/>
            <a:ext cx="7467600" cy="2540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06400" y="1079500"/>
            <a:ext cx="6858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VT323"/>
              </a:rPr>
              <a:t>welcome_2_my_world.html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607300" y="11557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7442200" y="11557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7277100" y="11557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60400" y="1587500"/>
            <a:ext cx="444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400" b="0" i="0">
                <a:solidFill>
                  <a:srgbClr val="C9B6FF"/>
                </a:solidFill>
                <a:latin typeface="Fredoka"/>
              </a:rPr>
              <a:t>hi! i'm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35000" y="1943100"/>
            <a:ext cx="571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800" b="1" i="0">
                <a:solidFill>
                  <a:srgbClr val="FF6FB5"/>
                </a:solidFill>
                <a:latin typeface="Fredoka"/>
              </a:rPr>
              <a:t>zahra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60400" y="3340100"/>
            <a:ext cx="508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4000" b="0" i="0">
                <a:solidFill>
                  <a:srgbClr val="4A2E6B"/>
                </a:solidFill>
                <a:latin typeface="Fredoka"/>
              </a:rPr>
              <a:t>levina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73100" y="39116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4A2E6B"/>
                </a:solidFill>
                <a:latin typeface="Poppins"/>
              </a:rPr>
              <a:t>creative · content · marketing · visual communication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60400" y="4546600"/>
            <a:ext cx="1905000" cy="381000"/>
          </a:xfrm>
          <a:prstGeom prst="roundRect">
            <a:avLst>
              <a:gd name="adj" fmla="val 3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spc="100">
                <a:solidFill>
                  <a:srgbClr val="FFFFFF"/>
                </a:solidFill>
                <a:latin typeface="Poppins"/>
              </a:rPr>
              <a:t>view my work →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2692400" y="4546600"/>
            <a:ext cx="1397000" cy="381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spc="100">
                <a:solidFill>
                  <a:srgbClr val="4A2E6B"/>
                </a:solidFill>
                <a:latin typeface="Poppins"/>
              </a:rPr>
              <a:t>about me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749800" y="1676400"/>
            <a:ext cx="2667000" cy="3175000"/>
          </a:xfrm>
          <a:prstGeom prst="roundRect">
            <a:avLst>
              <a:gd name="adj" fmla="val 3000"/>
            </a:avLst>
          </a:prstGeom>
          <a:solidFill>
            <a:srgbClr val="BFE4FF"/>
          </a:solidFill>
          <a:ln w="15875">
            <a:solidFill>
              <a:srgbClr val="4A2E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4A2E6B"/>
                </a:solidFill>
                <a:latin typeface="Poppins"/>
              </a:rPr>
              <a:t>drop portrait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8001000" y="1066800"/>
            <a:ext cx="3886200" cy="215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013700" y="1079500"/>
            <a:ext cx="3860800" cy="254000"/>
          </a:xfrm>
          <a:prstGeom prst="rect">
            <a:avLst/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8102600" y="1079500"/>
            <a:ext cx="32512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VT323"/>
              </a:rPr>
              <a:t>quick links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1696700" y="11557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1531600" y="11557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1366500" y="11557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115300" y="1473200"/>
            <a:ext cx="3657600" cy="3429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255000" y="1473200"/>
            <a:ext cx="2540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new arrivals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1315700" y="1473200"/>
            <a:ext cx="254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 i="0">
                <a:solidFill>
                  <a:srgbClr val="FF6FB5"/>
                </a:solidFill>
                <a:latin typeface="Poppins"/>
              </a:rPr>
              <a:t>›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115300" y="1892300"/>
            <a:ext cx="3657600" cy="3429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255000" y="1892300"/>
            <a:ext cx="2540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best sellers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315700" y="1892300"/>
            <a:ext cx="254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 i="0">
                <a:solidFill>
                  <a:srgbClr val="FF6FB5"/>
                </a:solidFill>
                <a:latin typeface="Poppins"/>
              </a:rPr>
              <a:t>›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8115300" y="2311400"/>
            <a:ext cx="3657600" cy="3429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8255000" y="2311400"/>
            <a:ext cx="2540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my story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1315700" y="2311400"/>
            <a:ext cx="254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 i="0">
                <a:solidFill>
                  <a:srgbClr val="FF6FB5"/>
                </a:solidFill>
                <a:latin typeface="Poppins"/>
              </a:rPr>
              <a:t>›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8115300" y="2730500"/>
            <a:ext cx="3657600" cy="3429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8255000" y="2730500"/>
            <a:ext cx="2540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say hi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315700" y="2730500"/>
            <a:ext cx="254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 i="0">
                <a:solidFill>
                  <a:srgbClr val="FF6FB5"/>
                </a:solidFill>
                <a:latin typeface="Poppins"/>
              </a:rPr>
              <a:t>›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8001000" y="3352800"/>
            <a:ext cx="3886200" cy="215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8013700" y="3365500"/>
            <a:ext cx="3860800" cy="2540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102600" y="3365500"/>
            <a:ext cx="32512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VT323"/>
              </a:rPr>
              <a:t>new message!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1696700" y="34417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1531600" y="34417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1366500" y="34417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7" name="Heart 176"/>
          <p:cNvSpPr/>
          <p:nvPr/>
        </p:nvSpPr>
        <p:spPr>
          <a:xfrm>
            <a:off x="8229600" y="3873500"/>
            <a:ext cx="381000" cy="350520"/>
          </a:xfrm>
          <a:prstGeom prst="hear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8763000" y="3898900"/>
            <a:ext cx="2667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4A2E6B"/>
                </a:solidFill>
                <a:latin typeface="Poppins"/>
              </a:rPr>
              <a:t>you have (1) new message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8763000" y="4572000"/>
            <a:ext cx="889000" cy="304800"/>
          </a:xfrm>
          <a:prstGeom prst="roundRect">
            <a:avLst>
              <a:gd name="adj" fmla="val 30000"/>
            </a:avLst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spc="500">
                <a:solidFill>
                  <a:srgbClr val="FFFFFF"/>
                </a:solidFill>
                <a:latin typeface="Poppins"/>
              </a:rPr>
              <a:t>ok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229600" y="5092700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 i="0">
                <a:solidFill>
                  <a:srgbClr val="A796BC"/>
                </a:solidFill>
                <a:latin typeface="VT323"/>
              </a:rPr>
              <a:t>xoxo — thanks 4 stopping by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159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8890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300">
                <a:solidFill>
                  <a:srgbClr val="FFFFFF"/>
                </a:solidFill>
                <a:latin typeface="VT323"/>
              </a:rPr>
              <a:t>NEW DROP ALERT  ·  2026 PORTFOLIO OUT NOW  ·  SCROLL 4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0"/>
            <a:ext cx="2413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VT323"/>
              </a:rPr>
              <a:t>sign in     join now!     [ x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266700"/>
            <a:ext cx="330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300" b="1" i="0">
                <a:solidFill>
                  <a:srgbClr val="FF6FB5"/>
                </a:solidFill>
                <a:latin typeface="Fredoka"/>
              </a:rPr>
              <a:t>zahra.house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305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89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FFFFFF"/>
                </a:solidFill>
                <a:latin typeface="Poppins"/>
              </a:rPr>
              <a:t>about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73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57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lookbook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41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6500" y="304800"/>
            <a:ext cx="3048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0" y="3048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A796BC"/>
                </a:solidFill>
                <a:latin typeface="Poppins"/>
              </a:rPr>
              <a:t>search the site...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1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1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2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2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2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2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3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32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133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35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36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8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40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41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44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946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048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149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51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52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54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556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759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860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62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064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65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67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68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470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673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75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876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978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80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18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28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8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8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8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8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9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9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99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09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9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9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0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0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0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0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0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1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112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213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416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18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20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21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23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26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128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229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31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32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36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37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40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42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45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47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50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52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753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855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956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058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160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26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36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46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56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66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76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87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97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107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117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27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37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148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158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168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178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88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98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209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114300" y="6515100"/>
            <a:ext cx="838200" cy="279400"/>
          </a:xfrm>
          <a:prstGeom prst="roundRect">
            <a:avLst>
              <a:gd name="adj" fmla="val 30000"/>
            </a:avLst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spc="200">
                <a:solidFill>
                  <a:srgbClr val="4A2E6B"/>
                </a:solidFill>
                <a:latin typeface="Poppins"/>
              </a:rPr>
              <a:t>start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066800" y="6515100"/>
            <a:ext cx="2286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219200" y="65151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portfolio_2026.html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0795000" y="6515100"/>
            <a:ext cx="1270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795000" y="65151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10:30 PM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304800" y="1066800"/>
            <a:ext cx="7493000" cy="444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17500" y="1079500"/>
            <a:ext cx="7467600" cy="2540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06400" y="1079500"/>
            <a:ext cx="6858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VT323"/>
              </a:rPr>
              <a:t>about_zahra.txt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607300" y="11557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7442200" y="11557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7277100" y="11557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60400" y="1587500"/>
            <a:ext cx="5080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5000" b="1" i="0">
                <a:solidFill>
                  <a:srgbClr val="FF6FB5"/>
                </a:solidFill>
                <a:latin typeface="Fredoka"/>
              </a:rPr>
              <a:t>about me!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73100" y="2425700"/>
            <a:ext cx="1524000" cy="50800"/>
          </a:xfrm>
          <a:prstGeom prst="rect">
            <a:avLst/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60400" y="2679700"/>
            <a:ext cx="67310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  <a:spcAft>
                <a:spcPts val="180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I'm a creative and marketing enthusiast with experience in content creation, social media, graphic design, event management, and brand partnerships.</a:t>
            </a:r>
          </a:p>
          <a:p>
            <a:pPr algn="l">
              <a:lnSpc>
                <a:spcPct val="180000"/>
              </a:lnSpc>
              <a:spcAft>
                <a:spcPts val="180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With a background in agricultural community development, I've had the opportunity to work across different environments—from student organizations and research projects to building a wellness community through Sawala Space.</a:t>
            </a:r>
          </a:p>
          <a:p>
            <a:pPr algn="l">
              <a:lnSpc>
                <a:spcPct val="180000"/>
              </a:lnSpc>
              <a:spcAft>
                <a:spcPts val="180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I enjoy turning ideas into clear, engaging, and purposeful creative work.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8001000" y="1066800"/>
            <a:ext cx="3886200" cy="2984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013700" y="1079500"/>
            <a:ext cx="3860800" cy="2540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102600" y="1079500"/>
            <a:ext cx="32512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VT323"/>
              </a:rPr>
              <a:t>cute.jpg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1696700" y="11557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1531600" y="11557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1366500" y="11557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8166100" y="1498600"/>
            <a:ext cx="3556000" cy="2387600"/>
          </a:xfrm>
          <a:prstGeom prst="roundRect">
            <a:avLst>
              <a:gd name="adj" fmla="val 3000"/>
            </a:avLst>
          </a:prstGeom>
          <a:solidFill>
            <a:srgbClr val="BFE4FF"/>
          </a:solidFill>
          <a:ln w="15875">
            <a:solidFill>
              <a:srgbClr val="4A2E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4A2E6B"/>
                </a:solidFill>
                <a:latin typeface="Poppins"/>
              </a:rPr>
              <a:t>drop photo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8001000" y="4178300"/>
            <a:ext cx="3886200" cy="1333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013700" y="4191000"/>
            <a:ext cx="3860800" cy="254000"/>
          </a:xfrm>
          <a:prstGeom prst="rect">
            <a:avLst/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102600" y="4191000"/>
            <a:ext cx="32512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VT323"/>
              </a:rPr>
              <a:t>don't forget!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1696700" y="42672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1531600" y="42672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1366500" y="42672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191500" y="4533900"/>
            <a:ext cx="3429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☆ content &amp; social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191500" y="4826000"/>
            <a:ext cx="3429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☆ design &amp; visuals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191500" y="5118100"/>
            <a:ext cx="3429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☆ events &amp; partnerships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159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8890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300">
                <a:solidFill>
                  <a:srgbClr val="FFFFFF"/>
                </a:solidFill>
                <a:latin typeface="VT323"/>
              </a:rPr>
              <a:t>NEW DROP ALERT  ·  2026 PORTFOLIO OUT NOW  ·  SCROLL 4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0"/>
            <a:ext cx="2413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VT323"/>
              </a:rPr>
              <a:t>sign in     join now!     [ x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266700"/>
            <a:ext cx="330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300" b="1" i="0">
                <a:solidFill>
                  <a:srgbClr val="FF6FB5"/>
                </a:solidFill>
                <a:latin typeface="Fredoka"/>
              </a:rPr>
              <a:t>zahra.house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305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89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about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73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FFFFFF"/>
                </a:solidFill>
                <a:latin typeface="Poppins"/>
              </a:rPr>
              <a:t>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57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lookbook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41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6500" y="304800"/>
            <a:ext cx="3048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0" y="3048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A796BC"/>
                </a:solidFill>
                <a:latin typeface="Poppins"/>
              </a:rPr>
              <a:t>search the site...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1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1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2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2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2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2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3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32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133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35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36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8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40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41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44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946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048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149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51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52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54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556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759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860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62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064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65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67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68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470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673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75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876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978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80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18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28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8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8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8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8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9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9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99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09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9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9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0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0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0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0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0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1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112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213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416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18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20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21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23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26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128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229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31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32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36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37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40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42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45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47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50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52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753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855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956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058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160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26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36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46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56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66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76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87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97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107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117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27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37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148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158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168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178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88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98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209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114300" y="6515100"/>
            <a:ext cx="838200" cy="279400"/>
          </a:xfrm>
          <a:prstGeom prst="roundRect">
            <a:avLst>
              <a:gd name="adj" fmla="val 30000"/>
            </a:avLst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spc="200">
                <a:solidFill>
                  <a:srgbClr val="4A2E6B"/>
                </a:solidFill>
                <a:latin typeface="Poppins"/>
              </a:rPr>
              <a:t>start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066800" y="6515100"/>
            <a:ext cx="2286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219200" y="65151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portfolio_2026.html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0795000" y="6515100"/>
            <a:ext cx="1270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795000" y="65151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10:30 PM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04800" y="965200"/>
            <a:ext cx="571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4600" b="1" i="0">
                <a:solidFill>
                  <a:srgbClr val="FF6FB5"/>
                </a:solidFill>
                <a:latin typeface="Fredoka"/>
              </a:rPr>
              <a:t>what i do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17500" y="17526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4 things i'm good at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304800" y="2133600"/>
            <a:ext cx="2768600" cy="3365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317500" y="2146300"/>
            <a:ext cx="2743200" cy="2540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06400" y="2146300"/>
            <a:ext cx="2133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VT323"/>
              </a:rPr>
              <a:t>content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882900" y="22225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717800" y="22225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2552700" y="22225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457200" y="2527300"/>
            <a:ext cx="2463800" cy="1117600"/>
          </a:xfrm>
          <a:prstGeom prst="rect">
            <a:avLst/>
          </a:prstGeom>
          <a:solidFill>
            <a:srgbClr val="FFE6F3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57200" y="2844800"/>
            <a:ext cx="24638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4600" b="0" i="0">
                <a:solidFill>
                  <a:srgbClr val="FF6FB5"/>
                </a:solidFill>
                <a:latin typeface="Fredoka"/>
              </a:rPr>
              <a:t>01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95300" y="3771900"/>
            <a:ext cx="23876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 i="0">
                <a:solidFill>
                  <a:srgbClr val="4A2E6B"/>
                </a:solidFill>
                <a:latin typeface="Fredoka"/>
              </a:rPr>
              <a:t>Content &amp; Social Media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95300" y="4508500"/>
            <a:ext cx="23876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7A669A"/>
                </a:solidFill>
                <a:latin typeface="Poppins"/>
              </a:rPr>
              <a:t>Content creation · social media · copywriting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95300" y="5143500"/>
            <a:ext cx="1079500" cy="266700"/>
          </a:xfrm>
          <a:prstGeom prst="roundRect">
            <a:avLst>
              <a:gd name="adj" fmla="val 3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500">
                <a:solidFill>
                  <a:srgbClr val="FFFFFF"/>
                </a:solidFill>
                <a:latin typeface="Poppins"/>
              </a:rPr>
              <a:t>learn more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238500" y="2133600"/>
            <a:ext cx="2768600" cy="3365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3251200" y="2146300"/>
            <a:ext cx="2743200" cy="2540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340100" y="2146300"/>
            <a:ext cx="2133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VT323"/>
              </a:rPr>
              <a:t>creative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816600" y="22225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5651500" y="22225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5486400" y="22225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390900" y="2527300"/>
            <a:ext cx="2463800" cy="1117600"/>
          </a:xfrm>
          <a:prstGeom prst="rect">
            <a:avLst/>
          </a:prstGeom>
          <a:solidFill>
            <a:srgbClr val="F0EAFF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390900" y="2844800"/>
            <a:ext cx="24638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4600" b="0" i="0">
                <a:solidFill>
                  <a:srgbClr val="C9B6FF"/>
                </a:solidFill>
                <a:latin typeface="Fredoka"/>
              </a:rPr>
              <a:t>02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429000" y="3771900"/>
            <a:ext cx="23876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 i="0">
                <a:solidFill>
                  <a:srgbClr val="4A2E6B"/>
                </a:solidFill>
                <a:latin typeface="Fredoka"/>
              </a:rPr>
              <a:t>Creative &amp; Visual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429000" y="4508500"/>
            <a:ext cx="23876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7A669A"/>
                </a:solidFill>
                <a:latin typeface="Poppins"/>
              </a:rPr>
              <a:t>Graphic design · visual communication · campaign materials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429000" y="5143500"/>
            <a:ext cx="1079500" cy="266700"/>
          </a:xfrm>
          <a:prstGeom prst="roundRect">
            <a:avLst>
              <a:gd name="adj" fmla="val 3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500">
                <a:solidFill>
                  <a:srgbClr val="FFFFFF"/>
                </a:solidFill>
                <a:latin typeface="Poppins"/>
              </a:rPr>
              <a:t>learn more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172200" y="2133600"/>
            <a:ext cx="2768600" cy="3365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184900" y="2146300"/>
            <a:ext cx="2743200" cy="254000"/>
          </a:xfrm>
          <a:prstGeom prst="rect">
            <a:avLst/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273800" y="2146300"/>
            <a:ext cx="2133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VT323"/>
              </a:rPr>
              <a:t>marketing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750300" y="22225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8585200" y="22225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8420100" y="22225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6324600" y="2527300"/>
            <a:ext cx="2463800" cy="1117600"/>
          </a:xfrm>
          <a:prstGeom prst="rect">
            <a:avLst/>
          </a:prstGeom>
          <a:solidFill>
            <a:srgbClr val="E6FBF6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324600" y="2844800"/>
            <a:ext cx="24638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4600" b="0" i="0">
                <a:solidFill>
                  <a:srgbClr val="7FD8C4"/>
                </a:solidFill>
                <a:latin typeface="Fredoka"/>
              </a:rPr>
              <a:t>03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362700" y="3771900"/>
            <a:ext cx="23876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 i="0">
                <a:solidFill>
                  <a:srgbClr val="4A2E6B"/>
                </a:solidFill>
                <a:latin typeface="Fredoka"/>
              </a:rPr>
              <a:t>Marketing &amp; Events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362700" y="4508500"/>
            <a:ext cx="23876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7A669A"/>
                </a:solidFill>
                <a:latin typeface="Poppins"/>
              </a:rPr>
              <a:t>Campaign development · event management · brand partnerships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6362700" y="5143500"/>
            <a:ext cx="1079500" cy="266700"/>
          </a:xfrm>
          <a:prstGeom prst="roundRect">
            <a:avLst>
              <a:gd name="adj" fmla="val 3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500">
                <a:solidFill>
                  <a:srgbClr val="FFFFFF"/>
                </a:solidFill>
                <a:latin typeface="Poppins"/>
              </a:rPr>
              <a:t>learn more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9105900" y="2133600"/>
            <a:ext cx="2768600" cy="3365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118600" y="2146300"/>
            <a:ext cx="2743200" cy="254000"/>
          </a:xfrm>
          <a:prstGeom prst="rect">
            <a:avLst/>
          </a:prstGeom>
          <a:solidFill>
            <a:srgbClr val="BF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9207500" y="2146300"/>
            <a:ext cx="2133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VT323"/>
              </a:rPr>
              <a:t>comms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1684000" y="22225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1518900" y="22225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11353800" y="22225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9258300" y="2527300"/>
            <a:ext cx="2463800" cy="1117600"/>
          </a:xfrm>
          <a:prstGeom prst="rect">
            <a:avLst/>
          </a:prstGeom>
          <a:solidFill>
            <a:srgbClr val="E8F5FF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258300" y="2844800"/>
            <a:ext cx="24638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4600" b="0" i="0">
                <a:solidFill>
                  <a:srgbClr val="8CC6F0"/>
                </a:solidFill>
                <a:latin typeface="Fredoka"/>
              </a:rPr>
              <a:t>04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9296400" y="3771900"/>
            <a:ext cx="23876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 i="0">
                <a:solidFill>
                  <a:srgbClr val="4A2E6B"/>
                </a:solidFill>
                <a:latin typeface="Fredoka"/>
              </a:rPr>
              <a:t>Communication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296400" y="4508500"/>
            <a:ext cx="23876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7A669A"/>
                </a:solidFill>
                <a:latin typeface="Poppins"/>
              </a:rPr>
              <a:t>Community engagement · collaboration · project coordination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9296400" y="5143500"/>
            <a:ext cx="1079500" cy="266700"/>
          </a:xfrm>
          <a:prstGeom prst="roundRect">
            <a:avLst>
              <a:gd name="adj" fmla="val 3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500">
                <a:solidFill>
                  <a:srgbClr val="FFFFFF"/>
                </a:solidFill>
                <a:latin typeface="Poppins"/>
              </a:rPr>
              <a:t>learn more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159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8890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300">
                <a:solidFill>
                  <a:srgbClr val="FFFFFF"/>
                </a:solidFill>
                <a:latin typeface="VT323"/>
              </a:rPr>
              <a:t>NEW DROP ALERT  ·  2026 PORTFOLIO OUT NOW  ·  SCROLL 4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0"/>
            <a:ext cx="2413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VT323"/>
              </a:rPr>
              <a:t>sign in     join now!     [ x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266700"/>
            <a:ext cx="330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300" b="1" i="0">
                <a:solidFill>
                  <a:srgbClr val="FF6FB5"/>
                </a:solidFill>
                <a:latin typeface="Fredoka"/>
              </a:rPr>
              <a:t>zahra.house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305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89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FFFFFF"/>
                </a:solidFill>
                <a:latin typeface="Poppins"/>
              </a:rPr>
              <a:t>about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73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57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lookbook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41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6500" y="304800"/>
            <a:ext cx="3048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0" y="3048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A796BC"/>
                </a:solidFill>
                <a:latin typeface="Poppins"/>
              </a:rPr>
              <a:t>search the site...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1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1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2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2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2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2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3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32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133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35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36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8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40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41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44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946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048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149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51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52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54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556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759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860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62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064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65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67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68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470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673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75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876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978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80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18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28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8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8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8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8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9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9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99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09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9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9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0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0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0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0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0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1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112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213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416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18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20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21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23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26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128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229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31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32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36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37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40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42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45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47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50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52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753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855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956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058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160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26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36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46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56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66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76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87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97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107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117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27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37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148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158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168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178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88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98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209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114300" y="6515100"/>
            <a:ext cx="838200" cy="279400"/>
          </a:xfrm>
          <a:prstGeom prst="roundRect">
            <a:avLst>
              <a:gd name="adj" fmla="val 30000"/>
            </a:avLst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spc="200">
                <a:solidFill>
                  <a:srgbClr val="4A2E6B"/>
                </a:solidFill>
                <a:latin typeface="Poppins"/>
              </a:rPr>
              <a:t>start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066800" y="6515100"/>
            <a:ext cx="2286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219200" y="65151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portfolio_2026.html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0795000" y="6515100"/>
            <a:ext cx="1270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795000" y="65151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10:30 PM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304800" y="1066800"/>
            <a:ext cx="8255000" cy="444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17500" y="1079500"/>
            <a:ext cx="8229600" cy="2540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06400" y="10795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VT323"/>
              </a:rPr>
              <a:t>my_experience — folder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369300" y="11557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204200" y="11557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039100" y="11557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58800" y="1485900"/>
            <a:ext cx="508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600" b="0" i="0">
                <a:solidFill>
                  <a:srgbClr val="FF6FB5"/>
                </a:solidFill>
                <a:latin typeface="Fredoka"/>
              </a:rPr>
              <a:t>where i've been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20700" y="2171700"/>
            <a:ext cx="7823200" cy="5588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660400" y="2286000"/>
            <a:ext cx="330200" cy="317500"/>
          </a:xfrm>
          <a:prstGeom prst="roundRect">
            <a:avLst>
              <a:gd name="adj" fmla="val 2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68400" y="2235200"/>
            <a:ext cx="508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4A2E6B"/>
                </a:solidFill>
                <a:latin typeface="Fredoka"/>
              </a:rPr>
              <a:t>Sawala Space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181100" y="2489200"/>
            <a:ext cx="508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7A669A"/>
                </a:solidFill>
                <a:latin typeface="Poppins"/>
              </a:rPr>
              <a:t>Co-Founder · Creative &amp; Marketing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734300" y="2171700"/>
            <a:ext cx="508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200" b="0" i="0">
                <a:solidFill>
                  <a:srgbClr val="FF6FB5"/>
                </a:solidFill>
                <a:latin typeface="Poppins"/>
              </a:rPr>
              <a:t>›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520700" y="2819400"/>
            <a:ext cx="78232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660400" y="2933700"/>
            <a:ext cx="330200" cy="317500"/>
          </a:xfrm>
          <a:prstGeom prst="roundRect">
            <a:avLst>
              <a:gd name="adj" fmla="val 20000"/>
            </a:avLst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168400" y="2882900"/>
            <a:ext cx="508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4A2E6B"/>
                </a:solidFill>
                <a:latin typeface="Fredoka"/>
              </a:rPr>
              <a:t>Kementerian Pertanian RI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81100" y="3136900"/>
            <a:ext cx="508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7A669A"/>
                </a:solidFill>
                <a:latin typeface="Poppins"/>
              </a:rPr>
              <a:t>Intern · Administration &amp; Partnership Support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734300" y="2819400"/>
            <a:ext cx="508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200" b="0" i="0">
                <a:solidFill>
                  <a:srgbClr val="FF6FB5"/>
                </a:solidFill>
                <a:latin typeface="Poppins"/>
              </a:rPr>
              <a:t>›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20700" y="3467100"/>
            <a:ext cx="7823200" cy="5588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660400" y="3581400"/>
            <a:ext cx="330200" cy="317500"/>
          </a:xfrm>
          <a:prstGeom prst="roundRect">
            <a:avLst>
              <a:gd name="adj" fmla="val 20000"/>
            </a:avLst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168400" y="3530600"/>
            <a:ext cx="508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4A2E6B"/>
                </a:solidFill>
                <a:latin typeface="Fredoka"/>
              </a:rPr>
              <a:t>IPB University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181100" y="3784600"/>
            <a:ext cx="508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7A669A"/>
                </a:solidFill>
                <a:latin typeface="Poppins"/>
              </a:rPr>
              <a:t>Research Assistant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734300" y="3467100"/>
            <a:ext cx="508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200" b="0" i="0">
                <a:solidFill>
                  <a:srgbClr val="FF6FB5"/>
                </a:solidFill>
                <a:latin typeface="Poppins"/>
              </a:rPr>
              <a:t>›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20700" y="4114800"/>
            <a:ext cx="78232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660400" y="4229100"/>
            <a:ext cx="330200" cy="317500"/>
          </a:xfrm>
          <a:prstGeom prst="roundRect">
            <a:avLst>
              <a:gd name="adj" fmla="val 20000"/>
            </a:avLst>
          </a:prstGeom>
          <a:solidFill>
            <a:srgbClr val="BF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168400" y="4178300"/>
            <a:ext cx="508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4A2E6B"/>
                </a:solidFill>
                <a:latin typeface="Fredoka"/>
              </a:rPr>
              <a:t>Nabila Farm Lembang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181100" y="4432300"/>
            <a:ext cx="508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7A669A"/>
                </a:solidFill>
                <a:latin typeface="Poppins"/>
              </a:rPr>
              <a:t>Intern · Agriculture &amp; Content Creation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734300" y="4114800"/>
            <a:ext cx="508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200" b="0" i="0">
                <a:solidFill>
                  <a:srgbClr val="FF6FB5"/>
                </a:solidFill>
                <a:latin typeface="Poppins"/>
              </a:rPr>
              <a:t>›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20700" y="4762500"/>
            <a:ext cx="7823200" cy="5588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660400" y="4876800"/>
            <a:ext cx="330200" cy="317500"/>
          </a:xfrm>
          <a:prstGeom prst="roundRect">
            <a:avLst>
              <a:gd name="adj" fmla="val 2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168400" y="4826000"/>
            <a:ext cx="508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4A2E6B"/>
                </a:solidFill>
                <a:latin typeface="Fredoka"/>
              </a:rPr>
              <a:t>Himpunan Mahasiswa PPP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81100" y="5080000"/>
            <a:ext cx="508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7A669A"/>
                </a:solidFill>
                <a:latin typeface="Poppins"/>
              </a:rPr>
              <a:t>Head of Media &amp; Branding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734300" y="4762500"/>
            <a:ext cx="508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200" b="0" i="0">
                <a:solidFill>
                  <a:srgbClr val="FF6FB5"/>
                </a:solidFill>
                <a:latin typeface="Poppins"/>
              </a:rPr>
              <a:t>›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8763000" y="1066800"/>
            <a:ext cx="3124200" cy="444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8775700" y="1079500"/>
            <a:ext cx="3098800" cy="254000"/>
          </a:xfrm>
          <a:prstGeom prst="rect">
            <a:avLst/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864600" y="1079500"/>
            <a:ext cx="24892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VT323"/>
              </a:rPr>
              <a:t>my faves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1696700" y="11557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1531600" y="11557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1366500" y="11557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902700" y="1485900"/>
            <a:ext cx="2844800" cy="368300"/>
          </a:xfrm>
          <a:prstGeom prst="rect">
            <a:avLst/>
          </a:prstGeom>
          <a:solidFill>
            <a:srgbClr val="FFFDF6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9055100" y="1485900"/>
            <a:ext cx="1905000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4A2E6B"/>
                </a:solidFill>
                <a:latin typeface="Poppins"/>
              </a:rPr>
              <a:t>saved items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998200" y="1485900"/>
            <a:ext cx="571500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6FB5"/>
                </a:solidFill>
                <a:latin typeface="VT323"/>
              </a:rPr>
              <a:t>(12)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8902700" y="1943100"/>
            <a:ext cx="2844800" cy="368300"/>
          </a:xfrm>
          <a:prstGeom prst="rect">
            <a:avLst/>
          </a:prstGeom>
          <a:solidFill>
            <a:srgbClr val="FFFDF6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055100" y="1943100"/>
            <a:ext cx="1905000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4A2E6B"/>
                </a:solidFill>
                <a:latin typeface="Poppins"/>
              </a:rPr>
              <a:t>wish list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998200" y="1943100"/>
            <a:ext cx="571500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6FB5"/>
                </a:solidFill>
                <a:latin typeface="VT323"/>
              </a:rPr>
              <a:t>(8)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902700" y="2400300"/>
            <a:ext cx="2844800" cy="368300"/>
          </a:xfrm>
          <a:prstGeom prst="rect">
            <a:avLst/>
          </a:prstGeom>
          <a:solidFill>
            <a:srgbClr val="FFFDF6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9055100" y="2400300"/>
            <a:ext cx="1905000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4A2E6B"/>
                </a:solidFill>
                <a:latin typeface="Poppins"/>
              </a:rPr>
              <a:t>recently viewed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998200" y="2400300"/>
            <a:ext cx="571500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6FB5"/>
                </a:solidFill>
                <a:latin typeface="VT323"/>
              </a:rPr>
              <a:t>(15)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8902700" y="2857500"/>
            <a:ext cx="2844800" cy="368300"/>
          </a:xfrm>
          <a:prstGeom prst="rect">
            <a:avLst/>
          </a:prstGeom>
          <a:solidFill>
            <a:srgbClr val="FFFDF6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9055100" y="2857500"/>
            <a:ext cx="1905000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4A2E6B"/>
                </a:solidFill>
                <a:latin typeface="Poppins"/>
              </a:rPr>
              <a:t>size guide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998200" y="2857500"/>
            <a:ext cx="571500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6FB5"/>
                </a:solidFill>
                <a:latin typeface="VT323"/>
              </a:rPr>
              <a:t>&gt;&gt;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8902700" y="3429000"/>
            <a:ext cx="2844800" cy="1714500"/>
          </a:xfrm>
          <a:prstGeom prst="roundRect">
            <a:avLst>
              <a:gd name="adj" fmla="val 3000"/>
            </a:avLst>
          </a:prstGeom>
          <a:solidFill>
            <a:srgbClr val="BFE4FF"/>
          </a:solidFill>
          <a:ln w="15875">
            <a:solidFill>
              <a:srgbClr val="4A2E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4A2E6B"/>
                </a:solidFill>
                <a:latin typeface="Poppins"/>
              </a:rPr>
              <a:t>drop photo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159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8890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300">
                <a:solidFill>
                  <a:srgbClr val="FFFFFF"/>
                </a:solidFill>
                <a:latin typeface="VT323"/>
              </a:rPr>
              <a:t>NEW DROP ALERT  ·  2026 PORTFOLIO OUT NOW  ·  SCROLL 4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0"/>
            <a:ext cx="2413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VT323"/>
              </a:rPr>
              <a:t>sign in     join now!     [ x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266700"/>
            <a:ext cx="330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300" b="1" i="0">
                <a:solidFill>
                  <a:srgbClr val="FF6FB5"/>
                </a:solidFill>
                <a:latin typeface="Fredoka"/>
              </a:rPr>
              <a:t>zahra.house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305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89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about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73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FFFFFF"/>
                </a:solidFill>
                <a:latin typeface="Poppins"/>
              </a:rPr>
              <a:t>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57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lookbook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41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6500" y="304800"/>
            <a:ext cx="3048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0" y="3048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A796BC"/>
                </a:solidFill>
                <a:latin typeface="Poppins"/>
              </a:rPr>
              <a:t>search the site...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1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1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2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2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2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2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3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32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133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35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36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8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40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41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44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946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048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149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51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52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54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556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759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860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62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064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65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67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68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470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673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75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876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978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80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18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28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8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8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8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8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9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9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99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09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9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9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0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0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0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0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0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1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112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213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416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18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20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21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23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26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128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229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31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32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36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37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40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42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45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47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50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52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753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855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956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058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160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26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36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46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56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66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76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87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97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107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117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27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37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148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158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168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178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88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98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209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114300" y="6515100"/>
            <a:ext cx="838200" cy="279400"/>
          </a:xfrm>
          <a:prstGeom prst="roundRect">
            <a:avLst>
              <a:gd name="adj" fmla="val 30000"/>
            </a:avLst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spc="200">
                <a:solidFill>
                  <a:srgbClr val="4A2E6B"/>
                </a:solidFill>
                <a:latin typeface="Poppins"/>
              </a:rPr>
              <a:t>start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066800" y="6515100"/>
            <a:ext cx="2286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219200" y="65151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portfolio_2026.html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0795000" y="6515100"/>
            <a:ext cx="1270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795000" y="65151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10:30 PM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304800" y="1066800"/>
            <a:ext cx="11582400" cy="444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17500" y="1079500"/>
            <a:ext cx="11557000" cy="2540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06400" y="1079500"/>
            <a:ext cx="109474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VT323"/>
              </a:rPr>
              <a:t>sawalaspace.com — product page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1696700" y="11557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1531600" y="11557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1366500" y="11557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558800" y="1549400"/>
            <a:ext cx="3556000" cy="2794000"/>
          </a:xfrm>
          <a:prstGeom prst="roundRect">
            <a:avLst>
              <a:gd name="adj" fmla="val 3000"/>
            </a:avLst>
          </a:prstGeom>
          <a:solidFill>
            <a:srgbClr val="BFE4FF"/>
          </a:solidFill>
          <a:ln w="15875">
            <a:solidFill>
              <a:srgbClr val="4A2E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4A2E6B"/>
                </a:solidFill>
                <a:latin typeface="Poppins"/>
              </a:rPr>
              <a:t>drop photo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58800" y="4457700"/>
            <a:ext cx="1117600" cy="762000"/>
          </a:xfrm>
          <a:prstGeom prst="roundRect">
            <a:avLst>
              <a:gd name="adj" fmla="val 3000"/>
            </a:avLst>
          </a:prstGeom>
          <a:solidFill>
            <a:srgbClr val="BFE4FF"/>
          </a:solidFill>
          <a:ln w="15875">
            <a:solidFill>
              <a:srgbClr val="4A2E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8C8698"/>
                </a:solidFill>
                <a:latin typeface="Poppins"/>
              </a:rPr>
              <a:t/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765300" y="4457700"/>
            <a:ext cx="1117600" cy="762000"/>
          </a:xfrm>
          <a:prstGeom prst="roundRect">
            <a:avLst>
              <a:gd name="adj" fmla="val 3000"/>
            </a:avLst>
          </a:prstGeom>
          <a:solidFill>
            <a:srgbClr val="BFE4FF"/>
          </a:solidFill>
          <a:ln w="15875">
            <a:solidFill>
              <a:srgbClr val="4A2E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8C8698"/>
                </a:solidFill>
                <a:latin typeface="Poppins"/>
              </a:rPr>
              <a:t/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2971800" y="4457700"/>
            <a:ext cx="1117600" cy="762000"/>
          </a:xfrm>
          <a:prstGeom prst="roundRect">
            <a:avLst>
              <a:gd name="adj" fmla="val 3000"/>
            </a:avLst>
          </a:prstGeom>
          <a:solidFill>
            <a:srgbClr val="BFE4FF"/>
          </a:solidFill>
          <a:ln w="15875">
            <a:solidFill>
              <a:srgbClr val="4A2E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8C8698"/>
                </a:solidFill>
                <a:latin typeface="Poppins"/>
              </a:rPr>
              <a:t/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432300" y="1549400"/>
            <a:ext cx="5715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4600" b="1" i="0">
                <a:solidFill>
                  <a:srgbClr val="FF6FB5"/>
                </a:solidFill>
                <a:latin typeface="Fredoka"/>
              </a:rPr>
              <a:t>sawala space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445000" y="2349500"/>
            <a:ext cx="571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4A2E6B"/>
                </a:solidFill>
                <a:latin typeface="Poppins"/>
              </a:rPr>
              <a:t>Wellness Community &amp; Event Organizer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445000" y="2692400"/>
            <a:ext cx="1270000" cy="50800"/>
          </a:xfrm>
          <a:prstGeom prst="rect">
            <a:avLst/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445000" y="2882900"/>
            <a:ext cx="520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300" b="0" i="0">
                <a:solidFill>
                  <a:srgbClr val="5A4676"/>
                </a:solidFill>
                <a:latin typeface="Poppins"/>
              </a:rPr>
              <a:t>As a co-founder, I contribute to the creative and marketing side of Sawala Space, from developing event concepts and promotional content to managing brand partnerships and supporting event execution.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445000" y="40005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 i="0">
                <a:solidFill>
                  <a:srgbClr val="FF6FB5"/>
                </a:solidFill>
                <a:latin typeface="VT323"/>
              </a:rPr>
              <a:t>my role: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445000" y="4292600"/>
            <a:ext cx="1045210" cy="304800"/>
          </a:xfrm>
          <a:prstGeom prst="roundRect">
            <a:avLst>
              <a:gd name="adj" fmla="val 50000"/>
            </a:avLst>
          </a:prstGeom>
          <a:solidFill>
            <a:srgbClr val="FFF7FC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100">
                <a:solidFill>
                  <a:srgbClr val="4A2E6B"/>
                </a:solidFill>
                <a:latin typeface="Poppins"/>
              </a:rPr>
              <a:t>Content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5566410" y="4292600"/>
            <a:ext cx="1610360" cy="304800"/>
          </a:xfrm>
          <a:prstGeom prst="roundRect">
            <a:avLst>
              <a:gd name="adj" fmla="val 50000"/>
            </a:avLst>
          </a:prstGeom>
          <a:solidFill>
            <a:srgbClr val="FFF7FC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100">
                <a:solidFill>
                  <a:srgbClr val="4A2E6B"/>
                </a:solidFill>
                <a:latin typeface="Poppins"/>
              </a:rPr>
              <a:t>Social Media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252970" y="4292600"/>
            <a:ext cx="1158240" cy="304800"/>
          </a:xfrm>
          <a:prstGeom prst="roundRect">
            <a:avLst>
              <a:gd name="adj" fmla="val 50000"/>
            </a:avLst>
          </a:prstGeom>
          <a:solidFill>
            <a:srgbClr val="FFF7FC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100">
                <a:solidFill>
                  <a:srgbClr val="4A2E6B"/>
                </a:solidFill>
                <a:latin typeface="Poppins"/>
              </a:rPr>
              <a:t>Campaign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445000" y="4660900"/>
            <a:ext cx="819150" cy="304800"/>
          </a:xfrm>
          <a:prstGeom prst="roundRect">
            <a:avLst>
              <a:gd name="adj" fmla="val 50000"/>
            </a:avLst>
          </a:prstGeom>
          <a:solidFill>
            <a:srgbClr val="FFF7FC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100">
                <a:solidFill>
                  <a:srgbClr val="4A2E6B"/>
                </a:solidFill>
                <a:latin typeface="Poppins"/>
              </a:rPr>
              <a:t>Event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5340350" y="4660900"/>
            <a:ext cx="1497330" cy="304800"/>
          </a:xfrm>
          <a:prstGeom prst="roundRect">
            <a:avLst>
              <a:gd name="adj" fmla="val 50000"/>
            </a:avLst>
          </a:prstGeom>
          <a:solidFill>
            <a:srgbClr val="FFF7FC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100">
                <a:solidFill>
                  <a:srgbClr val="4A2E6B"/>
                </a:solidFill>
                <a:latin typeface="Poppins"/>
              </a:rPr>
              <a:t>Partnership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913880" y="4660900"/>
            <a:ext cx="1158240" cy="304800"/>
          </a:xfrm>
          <a:prstGeom prst="roundRect">
            <a:avLst>
              <a:gd name="adj" fmla="val 50000"/>
            </a:avLst>
          </a:prstGeom>
          <a:solidFill>
            <a:srgbClr val="FFF7FC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100">
                <a:solidFill>
                  <a:srgbClr val="4A2E6B"/>
                </a:solidFill>
                <a:latin typeface="Poppins"/>
              </a:rPr>
              <a:t>Branding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445000" y="5067300"/>
            <a:ext cx="2095500" cy="381000"/>
          </a:xfrm>
          <a:prstGeom prst="roundRect">
            <a:avLst>
              <a:gd name="adj" fmla="val 3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spc="500">
                <a:solidFill>
                  <a:srgbClr val="FFFFFF"/>
                </a:solidFill>
                <a:latin typeface="Poppins"/>
              </a:rPr>
              <a:t>view the project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159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8890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300">
                <a:solidFill>
                  <a:srgbClr val="FFFFFF"/>
                </a:solidFill>
                <a:latin typeface="VT323"/>
              </a:rPr>
              <a:t>NEW DROP ALERT  ·  2026 PORTFOLIO OUT NOW  ·  SCROLL 4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0"/>
            <a:ext cx="2413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VT323"/>
              </a:rPr>
              <a:t>sign in     join now!     [ x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266700"/>
            <a:ext cx="330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300" b="1" i="0">
                <a:solidFill>
                  <a:srgbClr val="FF6FB5"/>
                </a:solidFill>
                <a:latin typeface="Fredoka"/>
              </a:rPr>
              <a:t>zahra.house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305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89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about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73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57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FFFFFF"/>
                </a:solidFill>
                <a:latin typeface="Poppins"/>
              </a:rPr>
              <a:t>lookbook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41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6500" y="304800"/>
            <a:ext cx="3048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0" y="3048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A796BC"/>
                </a:solidFill>
                <a:latin typeface="Poppins"/>
              </a:rPr>
              <a:t>search the site...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1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1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2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2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2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2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3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32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133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35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36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8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40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41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44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946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048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149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51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52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54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556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759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860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62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064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65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67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68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470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673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75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876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978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80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18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28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8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8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8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8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9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9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99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09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9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9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0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0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0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0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0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1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112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213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416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18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20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21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23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26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128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229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31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32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36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37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40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42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45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47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50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52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753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855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956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058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160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26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36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46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56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66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76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87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97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107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117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27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37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148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158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168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178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88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98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209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114300" y="6515100"/>
            <a:ext cx="838200" cy="279400"/>
          </a:xfrm>
          <a:prstGeom prst="roundRect">
            <a:avLst>
              <a:gd name="adj" fmla="val 30000"/>
            </a:avLst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spc="200">
                <a:solidFill>
                  <a:srgbClr val="4A2E6B"/>
                </a:solidFill>
                <a:latin typeface="Poppins"/>
              </a:rPr>
              <a:t>start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066800" y="6515100"/>
            <a:ext cx="2286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219200" y="65151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portfolio_2026.html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0795000" y="6515100"/>
            <a:ext cx="1270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795000" y="65151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10:30 PM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04800" y="939800"/>
            <a:ext cx="5715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4200" b="1" i="0">
                <a:solidFill>
                  <a:srgbClr val="FF6FB5"/>
                </a:solidFill>
                <a:latin typeface="Fredoka"/>
              </a:rPr>
              <a:t>new arrivals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17500" y="15875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4A2E6B"/>
                </a:solidFill>
                <a:latin typeface="Poppins"/>
              </a:rPr>
              <a:t>A selection of social media content, event materials, promotional visuals, and other creative work I've developed across different projects.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304800" y="1892300"/>
            <a:ext cx="1610360" cy="292100"/>
          </a:xfrm>
          <a:prstGeom prst="roundRect">
            <a:avLst>
              <a:gd name="adj" fmla="val 5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100">
                <a:solidFill>
                  <a:srgbClr val="FFFFFF"/>
                </a:solidFill>
                <a:latin typeface="Poppins"/>
              </a:rPr>
              <a:t>Social Media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991360" y="1892300"/>
            <a:ext cx="1723390" cy="2921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100">
                <a:solidFill>
                  <a:srgbClr val="FFFFFF"/>
                </a:solidFill>
                <a:latin typeface="Poppins"/>
              </a:rPr>
              <a:t>Event Visuals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790950" y="1892300"/>
            <a:ext cx="2627630" cy="292100"/>
          </a:xfrm>
          <a:prstGeom prst="roundRect">
            <a:avLst>
              <a:gd name="adj" fmla="val 50000"/>
            </a:avLst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100">
                <a:solidFill>
                  <a:srgbClr val="4A2E6B"/>
                </a:solidFill>
                <a:latin typeface="Poppins"/>
              </a:rPr>
              <a:t>Promotional Materials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494780" y="1892300"/>
            <a:ext cx="1158240" cy="292100"/>
          </a:xfrm>
          <a:prstGeom prst="roundRect">
            <a:avLst>
              <a:gd name="adj" fmla="val 50000"/>
            </a:avLst>
          </a:prstGeom>
          <a:solidFill>
            <a:srgbClr val="BF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100">
                <a:solidFill>
                  <a:srgbClr val="4A2E6B"/>
                </a:solidFill>
                <a:latin typeface="Poppins"/>
              </a:rPr>
              <a:t>Branding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04800" y="2324100"/>
            <a:ext cx="27686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419100" y="2438400"/>
            <a:ext cx="2540000" cy="1206500"/>
          </a:xfrm>
          <a:prstGeom prst="roundRect">
            <a:avLst>
              <a:gd name="adj" fmla="val 3000"/>
            </a:avLst>
          </a:prstGeom>
          <a:solidFill>
            <a:srgbClr val="BFE4FF"/>
          </a:solidFill>
          <a:ln w="15875">
            <a:solidFill>
              <a:srgbClr val="C9B6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4A2E6B"/>
                </a:solidFill>
                <a:latin typeface="Poppins"/>
              </a:rPr>
              <a:t>ig carousel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44500" y="3721100"/>
            <a:ext cx="165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4A2E6B"/>
                </a:solidFill>
                <a:latin typeface="Poppins"/>
              </a:rPr>
              <a:t>ig carousel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2247900" y="3746500"/>
            <a:ext cx="660400" cy="254000"/>
          </a:xfrm>
          <a:prstGeom prst="roundRect">
            <a:avLst>
              <a:gd name="adj" fmla="val 3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500">
                <a:solidFill>
                  <a:srgbClr val="FFFFFF"/>
                </a:solidFill>
                <a:latin typeface="Poppins"/>
              </a:rPr>
              <a:t>view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238500" y="2324100"/>
            <a:ext cx="27686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3352800" y="2438400"/>
            <a:ext cx="2540000" cy="1206500"/>
          </a:xfrm>
          <a:prstGeom prst="roundRect">
            <a:avLst>
              <a:gd name="adj" fmla="val 3000"/>
            </a:avLst>
          </a:prstGeom>
          <a:solidFill>
            <a:srgbClr val="BFE4FF"/>
          </a:solidFill>
          <a:ln w="15875">
            <a:solidFill>
              <a:srgbClr val="C9B6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4A2E6B"/>
                </a:solidFill>
                <a:latin typeface="Poppins"/>
              </a:rPr>
              <a:t>event poster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378200" y="3721100"/>
            <a:ext cx="165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4A2E6B"/>
                </a:solidFill>
                <a:latin typeface="Poppins"/>
              </a:rPr>
              <a:t>event poster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181600" y="3746500"/>
            <a:ext cx="660400" cy="254000"/>
          </a:xfrm>
          <a:prstGeom prst="roundRect">
            <a:avLst>
              <a:gd name="adj" fmla="val 3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500">
                <a:solidFill>
                  <a:srgbClr val="FFFFFF"/>
                </a:solidFill>
                <a:latin typeface="Poppins"/>
              </a:rPr>
              <a:t>view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172200" y="2324100"/>
            <a:ext cx="27686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6286500" y="2438400"/>
            <a:ext cx="2540000" cy="1206500"/>
          </a:xfrm>
          <a:prstGeom prst="roundRect">
            <a:avLst>
              <a:gd name="adj" fmla="val 3000"/>
            </a:avLst>
          </a:prstGeom>
          <a:solidFill>
            <a:srgbClr val="BFE4FF"/>
          </a:solidFill>
          <a:ln w="15875">
            <a:solidFill>
              <a:srgbClr val="C9B6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4A2E6B"/>
                </a:solidFill>
                <a:latin typeface="Poppins"/>
              </a:rPr>
              <a:t>reels cover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311900" y="3721100"/>
            <a:ext cx="165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4A2E6B"/>
                </a:solidFill>
                <a:latin typeface="Poppins"/>
              </a:rPr>
              <a:t>reels cover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8115300" y="3746500"/>
            <a:ext cx="660400" cy="254000"/>
          </a:xfrm>
          <a:prstGeom prst="roundRect">
            <a:avLst>
              <a:gd name="adj" fmla="val 3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500">
                <a:solidFill>
                  <a:srgbClr val="FFFFFF"/>
                </a:solidFill>
                <a:latin typeface="Poppins"/>
              </a:rPr>
              <a:t>view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9105900" y="2324100"/>
            <a:ext cx="27686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9220200" y="2438400"/>
            <a:ext cx="2540000" cy="1206500"/>
          </a:xfrm>
          <a:prstGeom prst="roundRect">
            <a:avLst>
              <a:gd name="adj" fmla="val 3000"/>
            </a:avLst>
          </a:prstGeom>
          <a:solidFill>
            <a:srgbClr val="BFE4FF"/>
          </a:solidFill>
          <a:ln w="15875">
            <a:solidFill>
              <a:srgbClr val="C9B6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4A2E6B"/>
                </a:solidFill>
                <a:latin typeface="Poppins"/>
              </a:rPr>
              <a:t>brand kit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245600" y="3721100"/>
            <a:ext cx="165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4A2E6B"/>
                </a:solidFill>
                <a:latin typeface="Poppins"/>
              </a:rPr>
              <a:t>brand kit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11049000" y="3746500"/>
            <a:ext cx="660400" cy="254000"/>
          </a:xfrm>
          <a:prstGeom prst="roundRect">
            <a:avLst>
              <a:gd name="adj" fmla="val 3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500">
                <a:solidFill>
                  <a:srgbClr val="FFFFFF"/>
                </a:solidFill>
                <a:latin typeface="Poppins"/>
              </a:rPr>
              <a:t>view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304800" y="4394200"/>
            <a:ext cx="27686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419100" y="4508500"/>
            <a:ext cx="2540000" cy="1206500"/>
          </a:xfrm>
          <a:prstGeom prst="roundRect">
            <a:avLst>
              <a:gd name="adj" fmla="val 3000"/>
            </a:avLst>
          </a:prstGeom>
          <a:solidFill>
            <a:srgbClr val="BFE4FF"/>
          </a:solidFill>
          <a:ln w="15875">
            <a:solidFill>
              <a:srgbClr val="C9B6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4A2E6B"/>
                </a:solidFill>
                <a:latin typeface="Poppins"/>
              </a:rPr>
              <a:t>feed layout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44500" y="5791200"/>
            <a:ext cx="165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4A2E6B"/>
                </a:solidFill>
                <a:latin typeface="Poppins"/>
              </a:rPr>
              <a:t>feed layout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2247900" y="5816600"/>
            <a:ext cx="660400" cy="254000"/>
          </a:xfrm>
          <a:prstGeom prst="roundRect">
            <a:avLst>
              <a:gd name="adj" fmla="val 3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500">
                <a:solidFill>
                  <a:srgbClr val="FFFFFF"/>
                </a:solidFill>
                <a:latin typeface="Poppins"/>
              </a:rPr>
              <a:t>view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3238500" y="4394200"/>
            <a:ext cx="27686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3352800" y="4508500"/>
            <a:ext cx="2540000" cy="1206500"/>
          </a:xfrm>
          <a:prstGeom prst="roundRect">
            <a:avLst>
              <a:gd name="adj" fmla="val 3000"/>
            </a:avLst>
          </a:prstGeom>
          <a:solidFill>
            <a:srgbClr val="BFE4FF"/>
          </a:solidFill>
          <a:ln w="15875">
            <a:solidFill>
              <a:srgbClr val="C9B6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4A2E6B"/>
                </a:solidFill>
                <a:latin typeface="Poppins"/>
              </a:rPr>
              <a:t>promo flyer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378200" y="5791200"/>
            <a:ext cx="165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4A2E6B"/>
                </a:solidFill>
                <a:latin typeface="Poppins"/>
              </a:rPr>
              <a:t>promo flyer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5181600" y="5816600"/>
            <a:ext cx="660400" cy="254000"/>
          </a:xfrm>
          <a:prstGeom prst="roundRect">
            <a:avLst>
              <a:gd name="adj" fmla="val 3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500">
                <a:solidFill>
                  <a:srgbClr val="FFFFFF"/>
                </a:solidFill>
                <a:latin typeface="Poppins"/>
              </a:rPr>
              <a:t>view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6172200" y="4394200"/>
            <a:ext cx="27686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6286500" y="4508500"/>
            <a:ext cx="2540000" cy="1206500"/>
          </a:xfrm>
          <a:prstGeom prst="roundRect">
            <a:avLst>
              <a:gd name="adj" fmla="val 3000"/>
            </a:avLst>
          </a:prstGeom>
          <a:solidFill>
            <a:srgbClr val="BFE4FF"/>
          </a:solidFill>
          <a:ln w="15875">
            <a:solidFill>
              <a:srgbClr val="C9B6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4A2E6B"/>
                </a:solidFill>
                <a:latin typeface="Poppins"/>
              </a:rPr>
              <a:t>campaign visual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311900" y="5791200"/>
            <a:ext cx="165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4A2E6B"/>
                </a:solidFill>
                <a:latin typeface="Poppins"/>
              </a:rPr>
              <a:t>campaign visual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8115300" y="5816600"/>
            <a:ext cx="660400" cy="254000"/>
          </a:xfrm>
          <a:prstGeom prst="roundRect">
            <a:avLst>
              <a:gd name="adj" fmla="val 3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500">
                <a:solidFill>
                  <a:srgbClr val="FFFFFF"/>
                </a:solidFill>
                <a:latin typeface="Poppins"/>
              </a:rPr>
              <a:t>view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9105900" y="4394200"/>
            <a:ext cx="27686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" name="Rounded Rectangle 174"/>
          <p:cNvSpPr/>
          <p:nvPr/>
        </p:nvSpPr>
        <p:spPr>
          <a:xfrm>
            <a:off x="9220200" y="4508500"/>
            <a:ext cx="2540000" cy="1206500"/>
          </a:xfrm>
          <a:prstGeom prst="roundRect">
            <a:avLst>
              <a:gd name="adj" fmla="val 3000"/>
            </a:avLst>
          </a:prstGeom>
          <a:solidFill>
            <a:srgbClr val="BFE4FF"/>
          </a:solidFill>
          <a:ln w="15875">
            <a:solidFill>
              <a:srgbClr val="C9B6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4A2E6B"/>
                </a:solidFill>
                <a:latin typeface="Poppins"/>
              </a:rPr>
              <a:t>merch design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9245600" y="5791200"/>
            <a:ext cx="165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4A2E6B"/>
                </a:solidFill>
                <a:latin typeface="Poppins"/>
              </a:rPr>
              <a:t>merch design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11049000" y="5816600"/>
            <a:ext cx="660400" cy="254000"/>
          </a:xfrm>
          <a:prstGeom prst="roundRect">
            <a:avLst>
              <a:gd name="adj" fmla="val 3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500">
                <a:solidFill>
                  <a:srgbClr val="FFFFFF"/>
                </a:solidFill>
                <a:latin typeface="Poppins"/>
              </a:rPr>
              <a:t>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159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8890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300">
                <a:solidFill>
                  <a:srgbClr val="FFFFFF"/>
                </a:solidFill>
                <a:latin typeface="VT323"/>
              </a:rPr>
              <a:t>NEW DROP ALERT  ·  2026 PORTFOLIO OUT NOW  ·  SCROLL 4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0"/>
            <a:ext cx="2413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VT323"/>
              </a:rPr>
              <a:t>sign in     join now!     [ x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266700"/>
            <a:ext cx="330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300" b="1" i="0">
                <a:solidFill>
                  <a:srgbClr val="FF6FB5"/>
                </a:solidFill>
                <a:latin typeface="Fredoka"/>
              </a:rPr>
              <a:t>zahra.house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305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89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about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73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FFFFFF"/>
                </a:solidFill>
                <a:latin typeface="Poppins"/>
              </a:rPr>
              <a:t>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57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lookbook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41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6500" y="304800"/>
            <a:ext cx="3048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0" y="3048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A796BC"/>
                </a:solidFill>
                <a:latin typeface="Poppins"/>
              </a:rPr>
              <a:t>search the site...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1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1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2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2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2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2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3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32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133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35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36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8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40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41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44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946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048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149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51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52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54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556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759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860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62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064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65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67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68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470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673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75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876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978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80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18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28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8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8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8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8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9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9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99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09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9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9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0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0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0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0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0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1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112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213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416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18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20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21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23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26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128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229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31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32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36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37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40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42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45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47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50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52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753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855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956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058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160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26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36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46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56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66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76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87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97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107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117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27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37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148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158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168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178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88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98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209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114300" y="6515100"/>
            <a:ext cx="838200" cy="279400"/>
          </a:xfrm>
          <a:prstGeom prst="roundRect">
            <a:avLst>
              <a:gd name="adj" fmla="val 30000"/>
            </a:avLst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spc="200">
                <a:solidFill>
                  <a:srgbClr val="4A2E6B"/>
                </a:solidFill>
                <a:latin typeface="Poppins"/>
              </a:rPr>
              <a:t>start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066800" y="6515100"/>
            <a:ext cx="2286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219200" y="65151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portfolio_2026.html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0795000" y="6515100"/>
            <a:ext cx="1270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795000" y="65151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10:30 PM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304800" y="965200"/>
            <a:ext cx="11582400" cy="533400"/>
          </a:xfrm>
          <a:prstGeom prst="roundRect">
            <a:avLst>
              <a:gd name="adj" fmla="val 30000"/>
            </a:avLst>
          </a:prstGeom>
          <a:solidFill>
            <a:srgbClr val="B9F0E4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04800" y="965200"/>
            <a:ext cx="11582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200" b="0" i="0">
                <a:solidFill>
                  <a:srgbClr val="4A2E6B"/>
                </a:solidFill>
                <a:latin typeface="VT323"/>
              </a:rPr>
              <a:t>★  FEATURED EVENT  ·  WELLNESS × SOCIAL IMPACT  ★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304800" y="1663700"/>
            <a:ext cx="5207000" cy="38481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317500" y="1676400"/>
            <a:ext cx="5181600" cy="2540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06400" y="1676400"/>
            <a:ext cx="4572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VT323"/>
              </a:rPr>
              <a:t>stretch_for_stray.jpg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321300" y="17526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156200" y="17526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4991100" y="17526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495300" y="2095500"/>
            <a:ext cx="4826000" cy="3225800"/>
          </a:xfrm>
          <a:prstGeom prst="roundRect">
            <a:avLst>
              <a:gd name="adj" fmla="val 3000"/>
            </a:avLst>
          </a:prstGeom>
          <a:solidFill>
            <a:srgbClr val="BFE4FF"/>
          </a:solidFill>
          <a:ln w="15875">
            <a:solidFill>
              <a:srgbClr val="4A2E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4A2E6B"/>
                </a:solidFill>
                <a:latin typeface="Poppins"/>
              </a:rPr>
              <a:t>drop poster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715000" y="1663700"/>
            <a:ext cx="6172200" cy="38481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27700" y="1676400"/>
            <a:ext cx="6146800" cy="2540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816600" y="1676400"/>
            <a:ext cx="55372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VT323"/>
              </a:rPr>
              <a:t>event details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1696700" y="17526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1531600" y="17526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1366500" y="17526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969000" y="2120900"/>
            <a:ext cx="5588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800" b="1" i="0">
                <a:solidFill>
                  <a:srgbClr val="FF6FB5"/>
                </a:solidFill>
                <a:latin typeface="Fredoka"/>
              </a:rPr>
              <a:t>stretch for stray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981700" y="2743200"/>
            <a:ext cx="5207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A wellness event combining movement, community, and support for animal welfare.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981700" y="3454400"/>
            <a:ext cx="317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 i="0">
                <a:solidFill>
                  <a:srgbClr val="FF6FB5"/>
                </a:solidFill>
                <a:latin typeface="VT323"/>
              </a:rPr>
              <a:t>what i did: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5981700" y="3822700"/>
            <a:ext cx="165100" cy="165100"/>
          </a:xfrm>
          <a:prstGeom prst="roundRect">
            <a:avLst>
              <a:gd name="adj" fmla="val 25000"/>
            </a:avLst>
          </a:prstGeom>
          <a:solidFill>
            <a:srgbClr val="B9F0E4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273800" y="3771900"/>
            <a:ext cx="444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Campaign concept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981700" y="4152900"/>
            <a:ext cx="165100" cy="165100"/>
          </a:xfrm>
          <a:prstGeom prst="roundRect">
            <a:avLst>
              <a:gd name="adj" fmla="val 25000"/>
            </a:avLst>
          </a:prstGeom>
          <a:solidFill>
            <a:srgbClr val="B9F0E4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273800" y="4102100"/>
            <a:ext cx="444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Event promotion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5981700" y="4483100"/>
            <a:ext cx="165100" cy="165100"/>
          </a:xfrm>
          <a:prstGeom prst="roundRect">
            <a:avLst>
              <a:gd name="adj" fmla="val 25000"/>
            </a:avLst>
          </a:prstGeom>
          <a:solidFill>
            <a:srgbClr val="B9F0E4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273800" y="4432300"/>
            <a:ext cx="444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Social media content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5981700" y="4813300"/>
            <a:ext cx="165100" cy="165100"/>
          </a:xfrm>
          <a:prstGeom prst="roundRect">
            <a:avLst>
              <a:gd name="adj" fmla="val 25000"/>
            </a:avLst>
          </a:prstGeom>
          <a:solidFill>
            <a:srgbClr val="B9F0E4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273800" y="4762500"/>
            <a:ext cx="444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Partnership communication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5981700" y="5143500"/>
            <a:ext cx="165100" cy="165100"/>
          </a:xfrm>
          <a:prstGeom prst="roundRect">
            <a:avLst>
              <a:gd name="adj" fmla="val 25000"/>
            </a:avLst>
          </a:prstGeom>
          <a:solidFill>
            <a:srgbClr val="B9F0E4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273800" y="5092700"/>
            <a:ext cx="444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Event coordination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159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8890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300">
                <a:solidFill>
                  <a:srgbClr val="FFFFFF"/>
                </a:solidFill>
                <a:latin typeface="VT323"/>
              </a:rPr>
              <a:t>NEW DROP ALERT  ·  2026 PORTFOLIO OUT NOW  ·  SCROLL 4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0"/>
            <a:ext cx="2413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VT323"/>
              </a:rPr>
              <a:t>sign in     join now!     [ x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266700"/>
            <a:ext cx="330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300" b="1" i="0">
                <a:solidFill>
                  <a:srgbClr val="FF6FB5"/>
                </a:solidFill>
                <a:latin typeface="Fredoka"/>
              </a:rPr>
              <a:t>zahra.house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305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89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FFFFFF"/>
                </a:solidFill>
                <a:latin typeface="Poppins"/>
              </a:rPr>
              <a:t>about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73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57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lookbook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41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6500" y="304800"/>
            <a:ext cx="3048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0" y="3048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A796BC"/>
                </a:solidFill>
                <a:latin typeface="Poppins"/>
              </a:rPr>
              <a:t>search the site...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1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1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2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2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2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2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3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32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133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35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36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8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40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41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44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946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048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149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51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52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54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556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759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860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62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064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65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67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68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470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673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75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876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978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80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18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28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8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8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8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8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9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9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99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09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9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9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0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0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0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0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0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1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112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213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416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18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20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21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23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26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128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229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31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32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36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37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40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42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45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47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50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52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753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855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956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058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160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26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36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46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56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66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76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87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97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107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117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27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37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148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158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168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178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88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98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209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114300" y="6515100"/>
            <a:ext cx="838200" cy="279400"/>
          </a:xfrm>
          <a:prstGeom prst="roundRect">
            <a:avLst>
              <a:gd name="adj" fmla="val 30000"/>
            </a:avLst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spc="200">
                <a:solidFill>
                  <a:srgbClr val="4A2E6B"/>
                </a:solidFill>
                <a:latin typeface="Poppins"/>
              </a:rPr>
              <a:t>start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066800" y="6515100"/>
            <a:ext cx="2286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219200" y="65151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portfolio_2026.html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0795000" y="6515100"/>
            <a:ext cx="1270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795000" y="65151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10:30 PM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04800" y="939800"/>
            <a:ext cx="635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4000" b="1" i="0">
                <a:solidFill>
                  <a:srgbClr val="FF6FB5"/>
                </a:solidFill>
                <a:latin typeface="Fredoka"/>
              </a:rPr>
              <a:t>community corner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17500" y="15748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My creative experience also grew through student organizations, academic projects, and collaborative work.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304800" y="1968500"/>
            <a:ext cx="3733800" cy="349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317500" y="1981200"/>
            <a:ext cx="3708400" cy="2540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06400" y="1981200"/>
            <a:ext cx="30988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VT323"/>
              </a:rPr>
              <a:t>media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848100" y="20574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3683000" y="20574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517900" y="20574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469900" y="2400300"/>
            <a:ext cx="3403600" cy="1270000"/>
          </a:xfrm>
          <a:prstGeom prst="roundRect">
            <a:avLst>
              <a:gd name="adj" fmla="val 3000"/>
            </a:avLst>
          </a:prstGeom>
          <a:solidFill>
            <a:srgbClr val="BFE4FF"/>
          </a:solidFill>
          <a:ln w="15875">
            <a:solidFill>
              <a:srgbClr val="C9B6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4A2E6B"/>
                </a:solidFill>
                <a:latin typeface="Poppins"/>
              </a:rPr>
              <a:t>drop photo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95300" y="3810000"/>
            <a:ext cx="33528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0" i="0">
                <a:solidFill>
                  <a:srgbClr val="4A2E6B"/>
                </a:solidFill>
                <a:latin typeface="Fredoka"/>
              </a:rPr>
              <a:t>Himpunan Mahasiswa PPP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95300" y="4686300"/>
            <a:ext cx="335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7A669A"/>
                </a:solidFill>
                <a:latin typeface="Poppins"/>
              </a:rPr>
              <a:t>Head of Media &amp; Branding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229100" y="1968500"/>
            <a:ext cx="3733800" cy="349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4241800" y="1981200"/>
            <a:ext cx="3708400" cy="2540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330700" y="1981200"/>
            <a:ext cx="30988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VT323"/>
              </a:rPr>
              <a:t>arts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772400" y="20574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607300" y="20574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7442200" y="20574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4394200" y="2400300"/>
            <a:ext cx="3403600" cy="1270000"/>
          </a:xfrm>
          <a:prstGeom prst="roundRect">
            <a:avLst>
              <a:gd name="adj" fmla="val 3000"/>
            </a:avLst>
          </a:prstGeom>
          <a:solidFill>
            <a:srgbClr val="BFE4FF"/>
          </a:solidFill>
          <a:ln w="15875">
            <a:solidFill>
              <a:srgbClr val="C9B6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4A2E6B"/>
                </a:solidFill>
                <a:latin typeface="Poppins"/>
              </a:rPr>
              <a:t>drop photo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419600" y="3810000"/>
            <a:ext cx="33528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0" i="0">
                <a:solidFill>
                  <a:srgbClr val="4A2E6B"/>
                </a:solidFill>
                <a:latin typeface="Fredoka"/>
              </a:rPr>
              <a:t>Pekan Seni Budaya IPB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419600" y="4686300"/>
            <a:ext cx="335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7A669A"/>
                </a:solidFill>
                <a:latin typeface="Poppins"/>
              </a:rPr>
              <a:t>Vice Head / Staff DKV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153400" y="1968500"/>
            <a:ext cx="3733800" cy="349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166100" y="1981200"/>
            <a:ext cx="3708400" cy="254000"/>
          </a:xfrm>
          <a:prstGeom prst="rect">
            <a:avLst/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255000" y="1981200"/>
            <a:ext cx="30988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VT323"/>
              </a:rPr>
              <a:t>academic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1696700" y="20574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1531600" y="20574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1366500" y="20574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8318500" y="2400300"/>
            <a:ext cx="3403600" cy="1270000"/>
          </a:xfrm>
          <a:prstGeom prst="roundRect">
            <a:avLst>
              <a:gd name="adj" fmla="val 3000"/>
            </a:avLst>
          </a:prstGeom>
          <a:solidFill>
            <a:srgbClr val="BFE4FF"/>
          </a:solidFill>
          <a:ln w="15875">
            <a:solidFill>
              <a:srgbClr val="C9B6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4A2E6B"/>
                </a:solidFill>
                <a:latin typeface="Poppins"/>
              </a:rPr>
              <a:t>drop photo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343900" y="3810000"/>
            <a:ext cx="33528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0" i="0">
                <a:solidFill>
                  <a:srgbClr val="4A2E6B"/>
                </a:solidFill>
                <a:latin typeface="Fredoka"/>
              </a:rPr>
              <a:t>Academic &amp; Research Projects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343900" y="4686300"/>
            <a:ext cx="335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7A669A"/>
                </a:solidFill>
                <a:latin typeface="Poppins"/>
              </a:rPr>
              <a:t>Visual communication · presentation · documentation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159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8890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300">
                <a:solidFill>
                  <a:srgbClr val="FFFFFF"/>
                </a:solidFill>
                <a:latin typeface="VT323"/>
              </a:rPr>
              <a:t>NEW DROP ALERT  ·  2026 PORTFOLIO OUT NOW  ·  SCROLL 4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0"/>
            <a:ext cx="2413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VT323"/>
              </a:rPr>
              <a:t>sign in     join now!     [ x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266700"/>
            <a:ext cx="330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300" b="1" i="0">
                <a:solidFill>
                  <a:srgbClr val="FF6FB5"/>
                </a:solidFill>
                <a:latin typeface="Fredoka"/>
              </a:rPr>
              <a:t>zahra.house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305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89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FFFFFF"/>
                </a:solidFill>
                <a:latin typeface="Poppins"/>
              </a:rPr>
              <a:t>about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73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57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lookbook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41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6500" y="304800"/>
            <a:ext cx="3048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0" y="3048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A796BC"/>
                </a:solidFill>
                <a:latin typeface="Poppins"/>
              </a:rPr>
              <a:t>search the site...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1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1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2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2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2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2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3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32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133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35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36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8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40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41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44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946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048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149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51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52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54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556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759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860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62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064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65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67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68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470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673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75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876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978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80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18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28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8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8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8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8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9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9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99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09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9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9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0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0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0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0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0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1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112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213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416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18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20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21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23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26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128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229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31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32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36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37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40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42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45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47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50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52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753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855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956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058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160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26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36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46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56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66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76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87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97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107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117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27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37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148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158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168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178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88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98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209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114300" y="6515100"/>
            <a:ext cx="838200" cy="279400"/>
          </a:xfrm>
          <a:prstGeom prst="roundRect">
            <a:avLst>
              <a:gd name="adj" fmla="val 30000"/>
            </a:avLst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spc="200">
                <a:solidFill>
                  <a:srgbClr val="4A2E6B"/>
                </a:solidFill>
                <a:latin typeface="Poppins"/>
              </a:rPr>
              <a:t>start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066800" y="6515100"/>
            <a:ext cx="2286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219200" y="65151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portfolio_2026.html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0795000" y="6515100"/>
            <a:ext cx="1270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795000" y="65151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10:30 PM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04800" y="939800"/>
            <a:ext cx="5715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4200" b="1" i="0">
                <a:solidFill>
                  <a:srgbClr val="FF6FB5"/>
                </a:solidFill>
                <a:latin typeface="Fredoka"/>
              </a:rPr>
              <a:t>my skill tree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304800" y="1854200"/>
            <a:ext cx="373380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317500" y="1866900"/>
            <a:ext cx="3708400" cy="2540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06400" y="1866900"/>
            <a:ext cx="30988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VT323"/>
              </a:rPr>
              <a:t>creative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848100" y="19431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3683000" y="19431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3517900" y="19431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469900" y="2311400"/>
            <a:ext cx="3403600" cy="3937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22300" y="2311400"/>
            <a:ext cx="2032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Graphic Design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2590800" y="2451100"/>
            <a:ext cx="1143000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2590800" y="2451100"/>
            <a:ext cx="1143000" cy="114300"/>
          </a:xfrm>
          <a:prstGeom prst="roundRect">
            <a:avLst>
              <a:gd name="adj" fmla="val 5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469900" y="2819400"/>
            <a:ext cx="3403600" cy="3937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22300" y="2819400"/>
            <a:ext cx="2032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Copywriting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2590800" y="2959100"/>
            <a:ext cx="1143000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2590800" y="2959100"/>
            <a:ext cx="1028700" cy="114300"/>
          </a:xfrm>
          <a:prstGeom prst="roundRect">
            <a:avLst>
              <a:gd name="adj" fmla="val 5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469900" y="3327400"/>
            <a:ext cx="3403600" cy="3937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300" y="3327400"/>
            <a:ext cx="2032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Content Creation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590800" y="3467100"/>
            <a:ext cx="1143000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2590800" y="3467100"/>
            <a:ext cx="914400" cy="114300"/>
          </a:xfrm>
          <a:prstGeom prst="roundRect">
            <a:avLst>
              <a:gd name="adj" fmla="val 5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469900" y="3835400"/>
            <a:ext cx="3403600" cy="3937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22300" y="3835400"/>
            <a:ext cx="2032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Visual Communication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2590800" y="3975100"/>
            <a:ext cx="1143000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2590800" y="3975100"/>
            <a:ext cx="800100" cy="114300"/>
          </a:xfrm>
          <a:prstGeom prst="roundRect">
            <a:avLst>
              <a:gd name="adj" fmla="val 5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4229100" y="1854200"/>
            <a:ext cx="373380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4241800" y="1866900"/>
            <a:ext cx="3708400" cy="2540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4330700" y="1866900"/>
            <a:ext cx="30988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VT323"/>
              </a:rPr>
              <a:t>marketing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772400" y="19431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607300" y="19431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442200" y="19431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4394200" y="2311400"/>
            <a:ext cx="3403600" cy="3937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46600" y="2311400"/>
            <a:ext cx="2032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Social Media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6515100" y="2451100"/>
            <a:ext cx="1143000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6515100" y="2451100"/>
            <a:ext cx="1143000" cy="1143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4394200" y="2819400"/>
            <a:ext cx="3403600" cy="3937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546600" y="2819400"/>
            <a:ext cx="2032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Campaign Development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6515100" y="2959100"/>
            <a:ext cx="1143000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6515100" y="2959100"/>
            <a:ext cx="1028700" cy="1143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4394200" y="3327400"/>
            <a:ext cx="3403600" cy="3937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4546600" y="3327400"/>
            <a:ext cx="2032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Event Management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6515100" y="3467100"/>
            <a:ext cx="1143000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6515100" y="3467100"/>
            <a:ext cx="914400" cy="1143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4394200" y="3835400"/>
            <a:ext cx="3403600" cy="3937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4546600" y="3835400"/>
            <a:ext cx="2032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Partnership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6515100" y="3975100"/>
            <a:ext cx="1143000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6515100" y="3975100"/>
            <a:ext cx="800100" cy="1143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5" name="Rounded Rectangle 184"/>
          <p:cNvSpPr/>
          <p:nvPr/>
        </p:nvSpPr>
        <p:spPr>
          <a:xfrm>
            <a:off x="8153400" y="1854200"/>
            <a:ext cx="373380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166100" y="1866900"/>
            <a:ext cx="3708400" cy="254000"/>
          </a:xfrm>
          <a:prstGeom prst="rect">
            <a:avLst/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8255000" y="1866900"/>
            <a:ext cx="30988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VT323"/>
              </a:rPr>
              <a:t>tools.exe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1696700" y="19431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11531600" y="19431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1366500" y="19431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8305800" y="2286000"/>
            <a:ext cx="631825" cy="27940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4A2E6B"/>
                </a:solidFill>
                <a:latin typeface="Poppins"/>
              </a:rPr>
              <a:t>Canva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9001125" y="2286000"/>
            <a:ext cx="1721485" cy="27940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4A2E6B"/>
                </a:solidFill>
                <a:latin typeface="Poppins"/>
              </a:rPr>
              <a:t>Adobe Illustrator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8305800" y="2641600"/>
            <a:ext cx="1539875" cy="27940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4A2E6B"/>
                </a:solidFill>
                <a:latin typeface="Poppins"/>
              </a:rPr>
              <a:t>Adobe Photoshop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9909175" y="2641600"/>
            <a:ext cx="722630" cy="27940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4A2E6B"/>
                </a:solidFill>
                <a:latin typeface="Poppins"/>
              </a:rPr>
              <a:t>CapCut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10695305" y="2641600"/>
            <a:ext cx="1630680" cy="27940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4A2E6B"/>
                </a:solidFill>
                <a:latin typeface="Poppins"/>
              </a:rPr>
              <a:t>Microsoft Office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8305800" y="2997200"/>
            <a:ext cx="1630680" cy="27940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4A2E6B"/>
                </a:solidFill>
                <a:latin typeface="Poppins"/>
              </a:rPr>
              <a:t>Google Workspace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9999980" y="2997200"/>
            <a:ext cx="813435" cy="27940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4A2E6B"/>
                </a:solidFill>
                <a:latin typeface="Poppins"/>
              </a:rPr>
              <a:t>Minitab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304800" y="4597400"/>
            <a:ext cx="11582400" cy="88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508000" y="4749800"/>
            <a:ext cx="571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200" b="0" i="0">
                <a:solidFill>
                  <a:srgbClr val="FF6FB5"/>
                </a:solidFill>
                <a:latin typeface="Fredoka"/>
              </a:rPr>
              <a:t>blog corner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20700" y="5080000"/>
            <a:ext cx="1079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4A2E6B"/>
                </a:solidFill>
                <a:latin typeface="Poppins"/>
              </a:rPr>
              <a:t>creative  ·  content  ·  marketing  ·  visual communication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159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8890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300">
                <a:solidFill>
                  <a:srgbClr val="FFFFFF"/>
                </a:solidFill>
                <a:latin typeface="VT323"/>
              </a:rPr>
              <a:t>NEW DROP ALERT  ·  2026 PORTFOLIO OUT NOW  ·  SCROLL 4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0"/>
            <a:ext cx="2413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VT323"/>
              </a:rPr>
              <a:t>sign in     join now!     [ x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266700"/>
            <a:ext cx="330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300" b="1" i="0">
                <a:solidFill>
                  <a:srgbClr val="FF6FB5"/>
                </a:solidFill>
                <a:latin typeface="Fredoka"/>
              </a:rPr>
              <a:t>zahra.house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305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89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about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73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57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lookbook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4100" y="3048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FFFFFF"/>
                </a:solidFill>
                <a:latin typeface="Poppins"/>
              </a:rPr>
              <a:t>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6500" y="304800"/>
            <a:ext cx="3048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0" y="3048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A796BC"/>
                </a:solidFill>
                <a:latin typeface="Poppins"/>
              </a:rPr>
              <a:t>search the site...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1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1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2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2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2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2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3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32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133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35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36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8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40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41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44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946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048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149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51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52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54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556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759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860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62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064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65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67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68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470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673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75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876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978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80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18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28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8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8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8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8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9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9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99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09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9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9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0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0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0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0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0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1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112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213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416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18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20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21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23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26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128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229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31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32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36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37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40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42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45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47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50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52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753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855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956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058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160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261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363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464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566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668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769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871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972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1074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11760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2776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3792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14808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15824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16840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17856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8872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988800" y="774700"/>
            <a:ext cx="101600" cy="1016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2090400" y="7747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114300" y="6515100"/>
            <a:ext cx="838200" cy="279400"/>
          </a:xfrm>
          <a:prstGeom prst="roundRect">
            <a:avLst>
              <a:gd name="adj" fmla="val 30000"/>
            </a:avLst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spc="200">
                <a:solidFill>
                  <a:srgbClr val="4A2E6B"/>
                </a:solidFill>
                <a:latin typeface="Poppins"/>
              </a:rPr>
              <a:t>start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066800" y="6515100"/>
            <a:ext cx="2286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219200" y="65151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portfolio_2026.html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0795000" y="6515100"/>
            <a:ext cx="1270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795000" y="65151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10:30 PM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2667000" y="1524000"/>
            <a:ext cx="6858000" cy="393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679700" y="1536700"/>
            <a:ext cx="6832600" cy="2540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768600" y="1536700"/>
            <a:ext cx="6223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VT323"/>
              </a:rPr>
              <a:t>new message!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334500" y="16129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9169400" y="16129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9004300" y="1612900"/>
            <a:ext cx="1016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Heart 145"/>
          <p:cNvSpPr/>
          <p:nvPr/>
        </p:nvSpPr>
        <p:spPr>
          <a:xfrm>
            <a:off x="3048000" y="2133600"/>
            <a:ext cx="533400" cy="490728"/>
          </a:xfrm>
          <a:prstGeom prst="hear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810000" y="2070100"/>
            <a:ext cx="5334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200" b="1" i="0">
                <a:solidFill>
                  <a:srgbClr val="FF6FB5"/>
                </a:solidFill>
                <a:latin typeface="Fredoka"/>
              </a:rPr>
              <a:t>let's work together!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822700" y="2679700"/>
            <a:ext cx="5207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Thank you for taking the time to explore my work. I'm always open to new creative opportunities, collaborations, and projects.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048000" y="3644900"/>
            <a:ext cx="6096000" cy="4318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251200" y="3644900"/>
            <a:ext cx="1778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900" b="0" i="0">
                <a:solidFill>
                  <a:srgbClr val="FF6FB5"/>
                </a:solidFill>
                <a:latin typeface="VT323"/>
              </a:rPr>
              <a:t>whatsapp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080000" y="3644900"/>
            <a:ext cx="3302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+62 8xx-xxxx-xxxx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048000" y="4178300"/>
            <a:ext cx="6096000" cy="4318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251200" y="4178300"/>
            <a:ext cx="1778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900" b="0" i="0">
                <a:solidFill>
                  <a:srgbClr val="FF6FB5"/>
                </a:solidFill>
                <a:latin typeface="VT323"/>
              </a:rPr>
              <a:t>email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080000" y="4178300"/>
            <a:ext cx="3302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hello@email.com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048000" y="4711700"/>
            <a:ext cx="6096000" cy="4318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251200" y="4711700"/>
            <a:ext cx="1778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900" b="0" i="0">
                <a:solidFill>
                  <a:srgbClr val="FF6FB5"/>
                </a:solidFill>
                <a:latin typeface="VT323"/>
              </a:rPr>
              <a:t>linkedin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080000" y="4711700"/>
            <a:ext cx="3302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linkedin.com/in/username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3048000" y="5219700"/>
            <a:ext cx="2540000" cy="381000"/>
          </a:xfrm>
          <a:prstGeom prst="roundRect">
            <a:avLst>
              <a:gd name="adj" fmla="val 3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spc="500">
                <a:solidFill>
                  <a:srgbClr val="FFFFFF"/>
                </a:solidFill>
                <a:latin typeface="Poppins"/>
              </a:rPr>
              <a:t>send me a message →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842000" y="5219700"/>
            <a:ext cx="3175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200" b="0" i="0">
                <a:solidFill>
                  <a:srgbClr val="C9B6FF"/>
                </a:solidFill>
                <a:latin typeface="VT323"/>
              </a:rPr>
              <a:t>xoxo, zahra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